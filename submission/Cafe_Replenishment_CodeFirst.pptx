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9" r:id="rId2"/>
    <p:sldId id="260" r:id="rId3"/>
    <p:sldId id="256" r:id="rId4"/>
    <p:sldId id="257" r:id="rId5"/>
    <p:sldId id="258" r:id="rId6"/>
    <p:sldId id="266" r:id="rId7"/>
    <p:sldId id="267" r:id="rId8"/>
    <p:sldId id="268" r:id="rId9"/>
    <p:sldId id="269" r:id="rId10"/>
    <p:sldId id="270" r:id="rId11"/>
    <p:sldId id="261" r:id="rId12"/>
    <p:sldId id="262" r:id="rId13"/>
    <p:sldId id="263" r:id="rId14"/>
    <p:sldId id="264" r:id="rId15"/>
    <p:sldId id="274" r:id="rId25"/>
    <p:sldId id="271" r:id="rId16"/>
    <p:sldId id="272" r:id="rId17"/>
    <p:sldId id="273" r:id="rId18"/>
    <p:sldId id="265" r:id="rId19"/>
    <p:sldId id="275"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3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Cafe Replenishment helps café owners review tomorrow’s expected demand, available stock and suggested supplier orders before the next opening.</a:t>
            </a:r>
          </a:p>
          <a:p>
            <a:r>
              <a:t>Source: https://www.cafe-replenishment-demo.com/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problem framing: a daily restock decision must combine demand context, current and incoming inventory, safety stock and supplier pack sizes. This is a hypothesis for validation, not a quantified claim about customer pain.</a:t>
            </a:r>
          </a:p>
          <a:p>
            <a:r>
              <a:t>Source: https://www.cafe-replenishment-demo.com/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technical approach.docx. Copy edited for slide readability; meaning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technical approach.docx. Copy edited for slide readability; meaning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technical approach.docx. Copy edited for slide readability; future deployment is described as a design goal, not a current capability.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Core automated journey.docx, step 1. Copy edited for slide readability; meaning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Core automated journey.docx, step 2. Copy edited for slide readability; meaning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Core automated journey.docx, step 3. Copy edited for slide readability; meaning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Core automated journey.docx, step 4. Copy edited for slide readability; meaning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Core automated journey.docx, step 5. Copy edited for slide readability; meaning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product: choose a preparation date, use weather and holiday context, review demand and its explanation, then translate use into supplier pack quantities. Owners can adjust quantities before approval. Approval creates drafts and an activity log; drafts are not automatically sent.</a:t>
            </a:r>
          </a:p>
          <a:p>
            <a:r>
              <a:t>Source: https://www.cafe-replenishment-demo.com/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 snapshot for Oct 24, 2026: forecast weather is thunderstorms, 26.1°C daily mean and 18.8 mm precipitation. The synthetic-sales model estimates 205.3 drink portions versus a same-date typical-weather, ordinary-day reference of 235.8, a difference of 30.5 portions. The demo suggests four ingredients and 35 supplier packs, with MYR 460.50 in editable sample prices before delivery and tax. These are simulated examples, not evidence of real-café forecast accuracy. Source: https://www.cafe-replenishment-demo.com/demo/</a:t>
            </a:r>
          </a:p>
          <a:p>
            <a:r>
              <a:t>Source: https://www.cafe-replenishment-demo.com/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formula to show how the demand estimate becomes an actionable order. The listed quantities and prices are examples from the browser demo; delivery and tax are excluded.</a:t>
            </a:r>
          </a:p>
          <a:p>
            <a:r>
              <a:t>Source: https://www.cafe-replenishment-demo.com/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the product boundaries: owner approval is explicit, email drafts are not sent, the browser keeps the activity log, and the public demo uses synthetic data. The live demo says real-café forecast accuracy has not yet been validated. Optional Gmail or Runpod connections require the user’s own account and approval. Source: https://www.cafe-replenishment-demo.com/</a:t>
            </a:r>
          </a:p>
          <a:p>
            <a:r>
              <a:t>Source: https://www.cafe-replenishment-demo.com/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1.docx, “SDG Alignment” (Primary alignment with SDG 8). Copy edited for slide readability; meaning preserved.</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1.docx, “SDG Alignment” (Secondary alignment with SDG 12). Copy edited for slide readability; meaning preserved.</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1.docx, “SDG Alignment” (Tertiary alignment with SDG 9). Copy edited for slide readability; meaning preserved.</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a concrete validation ask: pilot cafés in Kuala Lumpur, permissioned historical data, and operator feedback. Track forecast error, stockouts, over-ordering, preparation time and owner overrides before making broader claims. This is the proposed next step, not a completed result. Demo: https://www.cafe-replenishment-demo.com/demo/</a:t>
            </a:r>
          </a:p>
          <a:p>
            <a:r>
              <a:t>Source: https://www.cafe-replenishment-demo.com/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F4437F9-4434-4319-A0DF-62708D5A743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F4E0032E-F32C-4F07-8829-ACF9B52382D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B5DE6AC-CF24-406E-BDB0-06340AFD561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277F0A0-9D1C-46FA-A3A0-0A654376820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E66C16D-855C-45D7-8693-66C79A678E6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43767AF-12A0-4458-87BD-FE81BF5E1BD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F5219A2-B883-40AD-B7EA-B09A033A736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60F4195-9F3F-4629-BDE6-A156F361143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9A01E96-9617-4FD4-9A18-B3FC399B5F4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A325DD8-B245-4518-8273-79A8D2EC37E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E5C50BC-0377-4529-9EEC-14BC01831A4B}"/>
              </a:ext>
            </a:extLst>
          </p:cNvPr>
          <p:cNvSpPr>
            <a:spLocks noGrp="1"/>
          </p:cNvSpPr>
          <p:nvPr/>
        </p:nvSpPr>
        <p:spPr>
          <a:xfrm>
            <a:off x="647700" y="762000"/>
            <a:ext cx="76200" cy="1257300"/>
          </a:xfrm>
          <a:prstGeom prst="rect">
            <a:avLst/>
          </a:prstGeom>
          <a:solidFill>
            <a:srgbClr val="C9694A"/>
          </a:solidFill>
          <a:ln w="0">
            <a:noFill/>
            <a:prstDash val="solid"/>
          </a:ln>
        </p:spPr>
      </p:sp>
      <p:sp>
        <p:nvSpPr>
          <p:cNvPr id="2" name="矩形 1">
            <a:extLst>
              <a:ext uri="{FF2B5EF4-FFF2-40B4-BE49-F238E27FC236}">
                <a16:creationId xmlns:a16="http://schemas.microsoft.com/office/drawing/2014/main" id="{F5269781-B8E1-4EC9-AA51-F8E13839D3A4}"/>
              </a:ext>
            </a:extLst>
          </p:cNvPr>
          <p:cNvSpPr>
            <a:spLocks noGrp="1"/>
          </p:cNvSpPr>
          <p:nvPr/>
        </p:nvSpPr>
        <p:spPr>
          <a:xfrm>
            <a:off x="952500" y="781050"/>
            <a:ext cx="6953250" cy="400050"/>
          </a:xfrm>
          <a:prstGeom prst="rect">
            <a:avLst/>
          </a:prstGeom>
          <a:noFill/>
          <a:ln w="0">
            <a:noFill/>
            <a:prstDash val="solid"/>
          </a:ln>
        </p:spPr>
        <p:txBody>
          <a:bodyPr anchor="ctr"/>
          <a:lstStyle>
            <a:defPPr algn="l">
              <a:defRPr sz="1650" b="1">
                <a:solidFill>
                  <a:srgbClr val="48685C"/>
                </a:solidFill>
              </a:defRPr>
            </a:defPPr>
            <a:lvl1pPr algn="l">
              <a:defRPr sz="1650" b="1">
                <a:solidFill>
                  <a:srgbClr val="48685C"/>
                </a:solidFill>
              </a:defRPr>
            </a:lvl1pPr>
            <a:lvl2pPr algn="l">
              <a:defRPr sz="1650" b="1">
                <a:solidFill>
                  <a:srgbClr val="48685C"/>
                </a:solidFill>
              </a:defRPr>
            </a:lvl2pPr>
            <a:lvl3pPr algn="l">
              <a:defRPr sz="1650" b="1">
                <a:solidFill>
                  <a:srgbClr val="48685C"/>
                </a:solidFill>
              </a:defRPr>
            </a:lvl3pPr>
            <a:lvl4pPr algn="l">
              <a:defRPr sz="1650" b="1">
                <a:solidFill>
                  <a:srgbClr val="48685C"/>
                </a:solidFill>
              </a:defRPr>
            </a:lvl4pPr>
            <a:lvl5pPr algn="l">
              <a:defRPr sz="1650" b="1">
                <a:solidFill>
                  <a:srgbClr val="48685C"/>
                </a:solidFill>
              </a:defRPr>
            </a:lvl5pPr>
            <a:lvl6pPr algn="l">
              <a:defRPr sz="1650" b="1">
                <a:solidFill>
                  <a:srgbClr val="48685C"/>
                </a:solidFill>
              </a:defRPr>
            </a:lvl6pPr>
            <a:lvl7pPr algn="l">
              <a:defRPr sz="1650" b="1">
                <a:solidFill>
                  <a:srgbClr val="48685C"/>
                </a:solidFill>
              </a:defRPr>
            </a:lvl7pPr>
            <a:lvl8pPr algn="l">
              <a:defRPr sz="1650" b="1">
                <a:solidFill>
                  <a:srgbClr val="48685C"/>
                </a:solidFill>
              </a:defRPr>
            </a:lvl8pPr>
            <a:lvl9pPr algn="l">
              <a:defRPr sz="1650" b="1">
                <a:solidFill>
                  <a:srgbClr val="48685C"/>
                </a:solidFill>
              </a:defRPr>
            </a:lvl9pPr>
          </a:lstStyle>
          <a:p>
            <a:pPr algn="l">
              <a:defRPr sz="1650" b="1">
                <a:solidFill>
                  <a:srgbClr val="48685C"/>
                </a:solidFill>
              </a:defRPr>
            </a:pPr>
            <a:r>
              <a:rPr sz="1650" b="1">
                <a:solidFill>
                  <a:srgbClr val="48685C"/>
                </a:solidFill>
              </a:rPr>
              <a:t>Cafe Replenishment</a:t>
            </a:r>
          </a:p>
        </p:txBody>
      </p:sp>
      <p:sp>
        <p:nvSpPr>
          <p:cNvPr id="3" name="矩形 2">
            <a:extLst>
              <a:ext uri="{FF2B5EF4-FFF2-40B4-BE49-F238E27FC236}">
                <a16:creationId xmlns:a16="http://schemas.microsoft.com/office/drawing/2014/main" id="{79016C2C-A832-4817-8DF1-5992D4FA97A2}"/>
              </a:ext>
            </a:extLst>
          </p:cNvPr>
          <p:cNvSpPr>
            <a:spLocks noGrp="1"/>
          </p:cNvSpPr>
          <p:nvPr/>
        </p:nvSpPr>
        <p:spPr>
          <a:xfrm>
            <a:off x="952500" y="1466850"/>
            <a:ext cx="7239000" cy="1676400"/>
          </a:xfrm>
          <a:prstGeom prst="rect">
            <a:avLst/>
          </a:prstGeom>
          <a:noFill/>
          <a:ln w="0">
            <a:noFill/>
            <a:prstDash val="solid"/>
          </a:ln>
        </p:spPr>
        <p:txBody>
          <a:bodyPr anchor="ctr"/>
          <a:lstStyle>
            <a:defPPr algn="l">
              <a:defRPr sz="4500" b="1">
                <a:solidFill>
                  <a:srgbClr val="1F2925"/>
                </a:solidFill>
              </a:defRPr>
            </a:defPPr>
            <a:lvl1pPr algn="l">
              <a:defRPr sz="4500" b="1">
                <a:solidFill>
                  <a:srgbClr val="1F2925"/>
                </a:solidFill>
              </a:defRPr>
            </a:lvl1pPr>
            <a:lvl2pPr algn="l">
              <a:defRPr sz="4500" b="1">
                <a:solidFill>
                  <a:srgbClr val="1F2925"/>
                </a:solidFill>
              </a:defRPr>
            </a:lvl2pPr>
            <a:lvl3pPr algn="l">
              <a:defRPr sz="4500" b="1">
                <a:solidFill>
                  <a:srgbClr val="1F2925"/>
                </a:solidFill>
              </a:defRPr>
            </a:lvl3pPr>
            <a:lvl4pPr algn="l">
              <a:defRPr sz="4500" b="1">
                <a:solidFill>
                  <a:srgbClr val="1F2925"/>
                </a:solidFill>
              </a:defRPr>
            </a:lvl4pPr>
            <a:lvl5pPr algn="l">
              <a:defRPr sz="4500" b="1">
                <a:solidFill>
                  <a:srgbClr val="1F2925"/>
                </a:solidFill>
              </a:defRPr>
            </a:lvl5pPr>
            <a:lvl6pPr algn="l">
              <a:defRPr sz="4500" b="1">
                <a:solidFill>
                  <a:srgbClr val="1F2925"/>
                </a:solidFill>
              </a:defRPr>
            </a:lvl6pPr>
            <a:lvl7pPr algn="l">
              <a:defRPr sz="4500" b="1">
                <a:solidFill>
                  <a:srgbClr val="1F2925"/>
                </a:solidFill>
              </a:defRPr>
            </a:lvl7pPr>
            <a:lvl8pPr algn="l">
              <a:defRPr sz="4500" b="1">
                <a:solidFill>
                  <a:srgbClr val="1F2925"/>
                </a:solidFill>
              </a:defRPr>
            </a:lvl8pPr>
            <a:lvl9pPr algn="l">
              <a:defRPr sz="4500" b="1">
                <a:solidFill>
                  <a:srgbClr val="1F2925"/>
                </a:solidFill>
              </a:defRPr>
            </a:lvl9pPr>
          </a:lstStyle>
          <a:p>
            <a:pPr algn="l">
              <a:defRPr sz="4500" b="1">
                <a:solidFill>
                  <a:srgbClr val="1F2925"/>
                </a:solidFill>
              </a:defRPr>
            </a:pPr>
            <a:r>
              <a:rPr sz="4500" b="1">
                <a:solidFill>
                  <a:srgbClr val="1F2925"/>
                </a:solidFill>
              </a:rPr>
              <a:t>Tomorrow’s prep,</a:t>
            </a:r>
          </a:p>
          <a:p>
            <a:pPr algn="l">
              <a:defRPr sz="4500" b="1">
                <a:solidFill>
                  <a:srgbClr val="1F2925"/>
                </a:solidFill>
              </a:defRPr>
            </a:pPr>
            <a:r>
              <a:rPr sz="4500" b="1">
                <a:solidFill>
                  <a:srgbClr val="1F2925"/>
                </a:solidFill>
              </a:rPr>
              <a:t>clearer tonight.</a:t>
            </a:r>
          </a:p>
        </p:txBody>
      </p:sp>
      <p:sp>
        <p:nvSpPr>
          <p:cNvPr id="4" name="矩形 3">
            <a:extLst>
              <a:ext uri="{FF2B5EF4-FFF2-40B4-BE49-F238E27FC236}">
                <a16:creationId xmlns:a16="http://schemas.microsoft.com/office/drawing/2014/main" id="{BF465982-8214-4813-B920-A564E03BE95C}"/>
              </a:ext>
            </a:extLst>
          </p:cNvPr>
          <p:cNvSpPr>
            <a:spLocks noGrp="1"/>
          </p:cNvSpPr>
          <p:nvPr/>
        </p:nvSpPr>
        <p:spPr>
          <a:xfrm>
            <a:off x="990600" y="3581400"/>
            <a:ext cx="7620000" cy="571500"/>
          </a:xfrm>
          <a:prstGeom prst="rect">
            <a:avLst/>
          </a:prstGeom>
          <a:noFill/>
          <a:ln w="0">
            <a:noFill/>
            <a:prstDash val="solid"/>
          </a:ln>
        </p:spPr>
        <p:txBody>
          <a:bodyPr anchor="ctr"/>
          <a:lstStyle>
            <a:defPPr algn="l">
              <a:defRPr sz="1950" b="0">
                <a:solidFill>
                  <a:srgbClr val="66716B"/>
                </a:solidFill>
              </a:defRPr>
            </a:defPPr>
            <a:lvl1pPr algn="l">
              <a:defRPr sz="1950" b="0">
                <a:solidFill>
                  <a:srgbClr val="66716B"/>
                </a:solidFill>
              </a:defRPr>
            </a:lvl1pPr>
            <a:lvl2pPr algn="l">
              <a:defRPr sz="1950" b="0">
                <a:solidFill>
                  <a:srgbClr val="66716B"/>
                </a:solidFill>
              </a:defRPr>
            </a:lvl2pPr>
            <a:lvl3pPr algn="l">
              <a:defRPr sz="1950" b="0">
                <a:solidFill>
                  <a:srgbClr val="66716B"/>
                </a:solidFill>
              </a:defRPr>
            </a:lvl3pPr>
            <a:lvl4pPr algn="l">
              <a:defRPr sz="1950" b="0">
                <a:solidFill>
                  <a:srgbClr val="66716B"/>
                </a:solidFill>
              </a:defRPr>
            </a:lvl4pPr>
            <a:lvl5pPr algn="l">
              <a:defRPr sz="1950" b="0">
                <a:solidFill>
                  <a:srgbClr val="66716B"/>
                </a:solidFill>
              </a:defRPr>
            </a:lvl5pPr>
            <a:lvl6pPr algn="l">
              <a:defRPr sz="1950" b="0">
                <a:solidFill>
                  <a:srgbClr val="66716B"/>
                </a:solidFill>
              </a:defRPr>
            </a:lvl6pPr>
            <a:lvl7pPr algn="l">
              <a:defRPr sz="1950" b="0">
                <a:solidFill>
                  <a:srgbClr val="66716B"/>
                </a:solidFill>
              </a:defRPr>
            </a:lvl7pPr>
            <a:lvl8pPr algn="l">
              <a:defRPr sz="1950" b="0">
                <a:solidFill>
                  <a:srgbClr val="66716B"/>
                </a:solidFill>
              </a:defRPr>
            </a:lvl8pPr>
            <a:lvl9pPr algn="l">
              <a:defRPr sz="1950" b="0">
                <a:solidFill>
                  <a:srgbClr val="66716B"/>
                </a:solidFill>
              </a:defRPr>
            </a:lvl9pPr>
          </a:lstStyle>
          <a:p>
            <a:pPr algn="l">
              <a:defRPr sz="1950" b="0">
                <a:solidFill>
                  <a:srgbClr val="66716B"/>
                </a:solidFill>
              </a:defRPr>
            </a:pPr>
            <a:r>
              <a:rPr sz="1950" b="0">
                <a:solidFill>
                  <a:srgbClr val="66716B"/>
                </a:solidFill>
              </a:rPr>
              <a:t>Turn weather, demand and stock into a reviewable restock plan.</a:t>
            </a:r>
          </a:p>
        </p:txBody>
      </p:sp>
      <p:sp>
        <p:nvSpPr>
          <p:cNvPr id="5" name="矩形 4">
            <a:extLst>
              <a:ext uri="{FF2B5EF4-FFF2-40B4-BE49-F238E27FC236}">
                <a16:creationId xmlns:a16="http://schemas.microsoft.com/office/drawing/2014/main" id="{68834688-D787-497E-B7DB-B35EDD7AFD50}"/>
              </a:ext>
            </a:extLst>
          </p:cNvPr>
          <p:cNvSpPr>
            <a:spLocks noGrp="1"/>
          </p:cNvSpPr>
          <p:nvPr/>
        </p:nvSpPr>
        <p:spPr>
          <a:xfrm>
            <a:off x="990600" y="5619750"/>
            <a:ext cx="6667500" cy="266700"/>
          </a:xfrm>
          <a:prstGeom prst="rect">
            <a:avLst/>
          </a:prstGeom>
          <a:noFill/>
          <a:ln w="0">
            <a:noFill/>
            <a:prstDash val="solid"/>
          </a:ln>
        </p:spPr>
        <p:txBody>
          <a:bodyPr anchor="ctr"/>
          <a:lstStyle>
            <a:defPPr algn="l">
              <a:defRPr sz="1275" b="1">
                <a:solidFill>
                  <a:srgbClr val="48685C"/>
                </a:solidFill>
              </a:defRPr>
            </a:defPPr>
            <a:lvl1pPr algn="l">
              <a:defRPr sz="1275" b="1">
                <a:solidFill>
                  <a:srgbClr val="48685C"/>
                </a:solidFill>
              </a:defRPr>
            </a:lvl1pPr>
            <a:lvl2pPr algn="l">
              <a:defRPr sz="1275" b="1">
                <a:solidFill>
                  <a:srgbClr val="48685C"/>
                </a:solidFill>
              </a:defRPr>
            </a:lvl2pPr>
            <a:lvl3pPr algn="l">
              <a:defRPr sz="1275" b="1">
                <a:solidFill>
                  <a:srgbClr val="48685C"/>
                </a:solidFill>
              </a:defRPr>
            </a:lvl3pPr>
            <a:lvl4pPr algn="l">
              <a:defRPr sz="1275" b="1">
                <a:solidFill>
                  <a:srgbClr val="48685C"/>
                </a:solidFill>
              </a:defRPr>
            </a:lvl4pPr>
            <a:lvl5pPr algn="l">
              <a:defRPr sz="1275" b="1">
                <a:solidFill>
                  <a:srgbClr val="48685C"/>
                </a:solidFill>
              </a:defRPr>
            </a:lvl5pPr>
            <a:lvl6pPr algn="l">
              <a:defRPr sz="1275" b="1">
                <a:solidFill>
                  <a:srgbClr val="48685C"/>
                </a:solidFill>
              </a:defRPr>
            </a:lvl6pPr>
            <a:lvl7pPr algn="l">
              <a:defRPr sz="1275" b="1">
                <a:solidFill>
                  <a:srgbClr val="48685C"/>
                </a:solidFill>
              </a:defRPr>
            </a:lvl7pPr>
            <a:lvl8pPr algn="l">
              <a:defRPr sz="1275" b="1">
                <a:solidFill>
                  <a:srgbClr val="48685C"/>
                </a:solidFill>
              </a:defRPr>
            </a:lvl8pPr>
            <a:lvl9pPr algn="l">
              <a:defRPr sz="1275" b="1">
                <a:solidFill>
                  <a:srgbClr val="48685C"/>
                </a:solidFill>
              </a:defRPr>
            </a:lvl9pPr>
          </a:lstStyle>
          <a:p>
            <a:pPr algn="l">
              <a:defRPr sz="1275" b="1">
                <a:solidFill>
                  <a:srgbClr val="48685C"/>
                </a:solidFill>
              </a:defRPr>
            </a:pPr>
            <a:r>
              <a:rPr sz="1275" b="1">
                <a:solidFill>
                  <a:srgbClr val="48685C"/>
                </a:solidFill>
              </a:rPr>
              <a:t>SDC HACKATHON 2026  ·  TEAM CODEFIRST  ·  DOMAIN 2 — ORBYTE SMART SME CHALLENGE</a:t>
            </a:r>
          </a:p>
        </p:txBody>
      </p:sp>
      <p:sp>
        <p:nvSpPr>
          <p:cNvPr id="6" name="矩形 5">
            <a:extLst>
              <a:ext uri="{FF2B5EF4-FFF2-40B4-BE49-F238E27FC236}">
                <a16:creationId xmlns:a16="http://schemas.microsoft.com/office/drawing/2014/main" id="{5BEFE3EC-D1F1-483D-A6D7-0161805FFE19}"/>
              </a:ext>
            </a:extLst>
          </p:cNvPr>
          <p:cNvSpPr>
            <a:spLocks noGrp="1"/>
          </p:cNvSpPr>
          <p:nvPr/>
        </p:nvSpPr>
        <p:spPr>
          <a:xfrm>
            <a:off x="7810500" y="1257300"/>
            <a:ext cx="3429000" cy="323850"/>
          </a:xfrm>
          <a:prstGeom prst="rect">
            <a:avLst/>
          </a:prstGeom>
          <a:noFill/>
          <a:ln w="0">
            <a:noFill/>
            <a:prstDash val="solid"/>
          </a:ln>
        </p:spPr>
        <p:txBody>
          <a:bodyPr anchor="ctr"/>
          <a:lstStyle>
            <a:defPPr algn="r">
              <a:defRPr sz="1350" b="1">
                <a:solidFill>
                  <a:srgbClr val="C9694A"/>
                </a:solidFill>
              </a:defRPr>
            </a:defPPr>
            <a:lvl1pPr algn="r">
              <a:defRPr sz="1350" b="1">
                <a:solidFill>
                  <a:srgbClr val="C9694A"/>
                </a:solidFill>
              </a:defRPr>
            </a:lvl1pPr>
            <a:lvl2pPr algn="r">
              <a:defRPr sz="1350" b="1">
                <a:solidFill>
                  <a:srgbClr val="C9694A"/>
                </a:solidFill>
              </a:defRPr>
            </a:lvl2pPr>
            <a:lvl3pPr algn="r">
              <a:defRPr sz="1350" b="1">
                <a:solidFill>
                  <a:srgbClr val="C9694A"/>
                </a:solidFill>
              </a:defRPr>
            </a:lvl3pPr>
            <a:lvl4pPr algn="r">
              <a:defRPr sz="1350" b="1">
                <a:solidFill>
                  <a:srgbClr val="C9694A"/>
                </a:solidFill>
              </a:defRPr>
            </a:lvl4pPr>
            <a:lvl5pPr algn="r">
              <a:defRPr sz="1350" b="1">
                <a:solidFill>
                  <a:srgbClr val="C9694A"/>
                </a:solidFill>
              </a:defRPr>
            </a:lvl5pPr>
            <a:lvl6pPr algn="r">
              <a:defRPr sz="1350" b="1">
                <a:solidFill>
                  <a:srgbClr val="C9694A"/>
                </a:solidFill>
              </a:defRPr>
            </a:lvl6pPr>
            <a:lvl7pPr algn="r">
              <a:defRPr sz="1350" b="1">
                <a:solidFill>
                  <a:srgbClr val="C9694A"/>
                </a:solidFill>
              </a:defRPr>
            </a:lvl7pPr>
            <a:lvl8pPr algn="r">
              <a:defRPr sz="1350" b="1">
                <a:solidFill>
                  <a:srgbClr val="C9694A"/>
                </a:solidFill>
              </a:defRPr>
            </a:lvl8pPr>
            <a:lvl9pPr algn="r">
              <a:defRPr sz="1350" b="1">
                <a:solidFill>
                  <a:srgbClr val="C9694A"/>
                </a:solidFill>
              </a:defRPr>
            </a:lvl9pPr>
          </a:lstStyle>
          <a:p>
            <a:pPr algn="r">
              <a:defRPr sz="1350" b="1">
                <a:solidFill>
                  <a:srgbClr val="C9694A"/>
                </a:solidFill>
              </a:defRPr>
            </a:pPr>
            <a:r>
              <a:rPr sz="1350" b="1">
                <a:solidFill>
                  <a:srgbClr val="C9694A"/>
                </a:solidFill>
              </a:rPr>
              <a:t>FROM CLOSE TO OPEN</a:t>
            </a:r>
          </a:p>
        </p:txBody>
      </p:sp>
      <p:sp>
        <p:nvSpPr>
          <p:cNvPr id="7" name="矩形 6">
            <a:extLst>
              <a:ext uri="{FF2B5EF4-FFF2-40B4-BE49-F238E27FC236}">
                <a16:creationId xmlns:a16="http://schemas.microsoft.com/office/drawing/2014/main" id="{4A5D1526-B680-46A8-AEB4-0A3B18CF4007}"/>
              </a:ext>
            </a:extLst>
          </p:cNvPr>
          <p:cNvSpPr>
            <a:spLocks noGrp="1"/>
          </p:cNvSpPr>
          <p:nvPr/>
        </p:nvSpPr>
        <p:spPr>
          <a:xfrm>
            <a:off x="7715250" y="1752600"/>
            <a:ext cx="3810000" cy="1143000"/>
          </a:xfrm>
          <a:prstGeom prst="rect">
            <a:avLst/>
          </a:prstGeom>
          <a:noFill/>
          <a:ln w="0">
            <a:noFill/>
            <a:prstDash val="solid"/>
          </a:ln>
        </p:spPr>
        <p:txBody>
          <a:bodyPr anchor="ctr"/>
          <a:lstStyle>
            <a:defPPr algn="r">
              <a:defRPr sz="2400" b="1">
                <a:solidFill>
                  <a:srgbClr val="48685C"/>
                </a:solidFill>
              </a:defRPr>
            </a:defPPr>
            <a:lvl1pPr algn="r">
              <a:defRPr sz="2400" b="1">
                <a:solidFill>
                  <a:srgbClr val="48685C"/>
                </a:solidFill>
              </a:defRPr>
            </a:lvl1pPr>
            <a:lvl2pPr algn="r">
              <a:defRPr sz="2400" b="1">
                <a:solidFill>
                  <a:srgbClr val="48685C"/>
                </a:solidFill>
              </a:defRPr>
            </a:lvl2pPr>
            <a:lvl3pPr algn="r">
              <a:defRPr sz="2400" b="1">
                <a:solidFill>
                  <a:srgbClr val="48685C"/>
                </a:solidFill>
              </a:defRPr>
            </a:lvl3pPr>
            <a:lvl4pPr algn="r">
              <a:defRPr sz="2400" b="1">
                <a:solidFill>
                  <a:srgbClr val="48685C"/>
                </a:solidFill>
              </a:defRPr>
            </a:lvl4pPr>
            <a:lvl5pPr algn="r">
              <a:defRPr sz="2400" b="1">
                <a:solidFill>
                  <a:srgbClr val="48685C"/>
                </a:solidFill>
              </a:defRPr>
            </a:lvl5pPr>
            <a:lvl6pPr algn="r">
              <a:defRPr sz="2400" b="1">
                <a:solidFill>
                  <a:srgbClr val="48685C"/>
                </a:solidFill>
              </a:defRPr>
            </a:lvl6pPr>
            <a:lvl7pPr algn="r">
              <a:defRPr sz="2400" b="1">
                <a:solidFill>
                  <a:srgbClr val="48685C"/>
                </a:solidFill>
              </a:defRPr>
            </a:lvl7pPr>
            <a:lvl8pPr algn="r">
              <a:defRPr sz="2400" b="1">
                <a:solidFill>
                  <a:srgbClr val="48685C"/>
                </a:solidFill>
              </a:defRPr>
            </a:lvl8pPr>
            <a:lvl9pPr algn="r">
              <a:defRPr sz="2400" b="1">
                <a:solidFill>
                  <a:srgbClr val="48685C"/>
                </a:solidFill>
              </a:defRPr>
            </a:lvl9pPr>
          </a:lstStyle>
          <a:p>
            <a:pPr algn="r">
              <a:defRPr sz="2400" b="1">
                <a:solidFill>
                  <a:srgbClr val="48685C"/>
                </a:solidFill>
              </a:defRPr>
            </a:pPr>
            <a:r>
              <a:rPr sz="2400" b="1">
                <a:solidFill>
                  <a:srgbClr val="48685C"/>
                </a:solidFill>
              </a:rPr>
              <a:t>A clearer list</a:t>
            </a:r>
          </a:p>
          <a:p>
            <a:pPr algn="r">
              <a:defRPr sz="2400" b="1">
                <a:solidFill>
                  <a:srgbClr val="48685C"/>
                </a:solidFill>
              </a:defRPr>
            </a:pPr>
            <a:r>
              <a:rPr sz="2400" b="1">
                <a:solidFill>
                  <a:srgbClr val="48685C"/>
                </a:solidFill>
              </a:rPr>
              <a:t>for tomorrow’s orders</a:t>
            </a:r>
          </a:p>
        </p:txBody>
      </p:sp>
      <p:sp>
        <p:nvSpPr>
          <p:cNvPr id="8" name="矩形 7">
            <a:extLst>
              <a:ext uri="{FF2B5EF4-FFF2-40B4-BE49-F238E27FC236}">
                <a16:creationId xmlns:a16="http://schemas.microsoft.com/office/drawing/2014/main" id="{7C68930F-A53F-46AE-8866-4DE04D05637C}"/>
              </a:ext>
            </a:extLst>
          </p:cNvPr>
          <p:cNvSpPr>
            <a:spLocks noGrp="1"/>
          </p:cNvSpPr>
          <p:nvPr/>
        </p:nvSpPr>
        <p:spPr>
          <a:xfrm>
            <a:off x="8572500" y="3190875"/>
            <a:ext cx="2667000" cy="19050"/>
          </a:xfrm>
          <a:prstGeom prst="rect">
            <a:avLst/>
          </a:prstGeom>
          <a:solidFill>
            <a:srgbClr val="C9694A"/>
          </a:solidFill>
          <a:ln w="0">
            <a:noFill/>
            <a:prstDash val="solid"/>
          </a:ln>
        </p:spPr>
      </p:sp>
      <p:sp>
        <p:nvSpPr>
          <p:cNvPr id="9" name="矩形 8">
            <a:extLst>
              <a:ext uri="{FF2B5EF4-FFF2-40B4-BE49-F238E27FC236}">
                <a16:creationId xmlns:a16="http://schemas.microsoft.com/office/drawing/2014/main" id="{F67424AA-04CF-4B75-8357-B2FB97B1D0BE}"/>
              </a:ext>
            </a:extLst>
          </p:cNvPr>
          <p:cNvSpPr>
            <a:spLocks noGrp="1"/>
          </p:cNvSpPr>
          <p:nvPr/>
        </p:nvSpPr>
        <p:spPr>
          <a:xfrm>
            <a:off x="7000875" y="3390900"/>
            <a:ext cx="4238625" cy="342900"/>
          </a:xfrm>
          <a:prstGeom prst="rect">
            <a:avLst/>
          </a:prstGeom>
          <a:noFill/>
          <a:ln w="0">
            <a:noFill/>
            <a:prstDash val="solid"/>
          </a:ln>
        </p:spPr>
        <p:txBody>
          <a:bodyPr anchor="ctr"/>
          <a:lstStyle>
            <a:defPPr algn="r">
              <a:defRPr sz="1275" b="0">
                <a:solidFill>
                  <a:srgbClr val="66716B"/>
                </a:solidFill>
              </a:defRPr>
            </a:defPPr>
            <a:lvl1pPr algn="r">
              <a:defRPr sz="1275" b="0">
                <a:solidFill>
                  <a:srgbClr val="66716B"/>
                </a:solidFill>
              </a:defRPr>
            </a:lvl1pPr>
            <a:lvl2pPr algn="r">
              <a:defRPr sz="1275" b="0">
                <a:solidFill>
                  <a:srgbClr val="66716B"/>
                </a:solidFill>
              </a:defRPr>
            </a:lvl2pPr>
            <a:lvl3pPr algn="r">
              <a:defRPr sz="1275" b="0">
                <a:solidFill>
                  <a:srgbClr val="66716B"/>
                </a:solidFill>
              </a:defRPr>
            </a:lvl3pPr>
            <a:lvl4pPr algn="r">
              <a:defRPr sz="1275" b="0">
                <a:solidFill>
                  <a:srgbClr val="66716B"/>
                </a:solidFill>
              </a:defRPr>
            </a:lvl4pPr>
            <a:lvl5pPr algn="r">
              <a:defRPr sz="1275" b="0">
                <a:solidFill>
                  <a:srgbClr val="66716B"/>
                </a:solidFill>
              </a:defRPr>
            </a:lvl5pPr>
            <a:lvl6pPr algn="r">
              <a:defRPr sz="1275" b="0">
                <a:solidFill>
                  <a:srgbClr val="66716B"/>
                </a:solidFill>
              </a:defRPr>
            </a:lvl6pPr>
            <a:lvl7pPr algn="r">
              <a:defRPr sz="1275" b="0">
                <a:solidFill>
                  <a:srgbClr val="66716B"/>
                </a:solidFill>
              </a:defRPr>
            </a:lvl7pPr>
            <a:lvl8pPr algn="r">
              <a:defRPr sz="1275" b="0">
                <a:solidFill>
                  <a:srgbClr val="66716B"/>
                </a:solidFill>
              </a:defRPr>
            </a:lvl8pPr>
            <a:lvl9pPr algn="r">
              <a:defRPr sz="1275" b="0">
                <a:solidFill>
                  <a:srgbClr val="66716B"/>
                </a:solidFill>
              </a:defRPr>
            </a:lvl9pPr>
          </a:lstStyle>
          <a:p>
            <a:pPr algn="r">
              <a:defRPr sz="1275" b="0">
                <a:solidFill>
                  <a:srgbClr val="66716B"/>
                </a:solidFill>
              </a:defRPr>
            </a:pPr>
            <a:r>
              <a:rPr sz="1275" b="0">
                <a:solidFill>
                  <a:srgbClr val="66716B"/>
                </a:solidFill>
              </a:rPr>
              <a:t>See the change  →  Review packs  →  Prepare drafts</a:t>
            </a:r>
          </a:p>
        </p:txBody>
      </p:sp>
      <p:sp>
        <p:nvSpPr>
          <p:cNvPr id="10" name="矩形 9">
            <a:extLst>
              <a:ext uri="{FF2B5EF4-FFF2-40B4-BE49-F238E27FC236}">
                <a16:creationId xmlns:a16="http://schemas.microsoft.com/office/drawing/2014/main" id="{6624542E-7060-41C6-8500-5771EF669932}"/>
              </a:ext>
            </a:extLst>
          </p:cNvPr>
          <p:cNvSpPr>
            <a:spLocks noGrp="1"/>
          </p:cNvSpPr>
          <p:nvPr/>
        </p:nvSpPr>
        <p:spPr>
          <a:xfrm>
            <a:off x="990600" y="5962650"/>
            <a:ext cx="10414000" cy="228600"/>
          </a:xfrm>
          <a:prstGeom prst="rect">
            <a:avLst/>
          </a:prstGeom>
          <a:noFill/>
          <a:ln w="0">
            <a:noFill/>
            <a:prstDash val="solid"/>
          </a:ln>
        </p:spPr>
        <p:txBody>
          <a:bodyPr anchor="ctr"/>
          <a:lstStyle>
            <a:defPPr algn="l">
              <a:defRPr sz="1125" b="0">
                <a:solidFill>
                  <a:srgbClr val="66716B"/>
                </a:solidFill>
              </a:defRPr>
            </a:defPPr>
            <a:lvl1pPr algn="l">
              <a:defRPr sz="1125" b="0">
                <a:solidFill>
                  <a:srgbClr val="66716B"/>
                </a:solidFill>
              </a:defRPr>
            </a:lvl1pPr>
            <a:lvl2pPr algn="l">
              <a:defRPr sz="1125" b="0">
                <a:solidFill>
                  <a:srgbClr val="66716B"/>
                </a:solidFill>
              </a:defRPr>
            </a:lvl2pPr>
            <a:lvl3pPr algn="l">
              <a:defRPr sz="1125" b="0">
                <a:solidFill>
                  <a:srgbClr val="66716B"/>
                </a:solidFill>
              </a:defRPr>
            </a:lvl3pPr>
            <a:lvl4pPr algn="l">
              <a:defRPr sz="1125" b="0">
                <a:solidFill>
                  <a:srgbClr val="66716B"/>
                </a:solidFill>
              </a:defRPr>
            </a:lvl4pPr>
            <a:lvl5pPr algn="l">
              <a:defRPr sz="1125" b="0">
                <a:solidFill>
                  <a:srgbClr val="66716B"/>
                </a:solidFill>
              </a:defRPr>
            </a:lvl5pPr>
            <a:lvl6pPr algn="l">
              <a:defRPr sz="1125" b="0">
                <a:solidFill>
                  <a:srgbClr val="66716B"/>
                </a:solidFill>
              </a:defRPr>
            </a:lvl6pPr>
            <a:lvl7pPr algn="l">
              <a:defRPr sz="1125" b="0">
                <a:solidFill>
                  <a:srgbClr val="66716B"/>
                </a:solidFill>
              </a:defRPr>
            </a:lvl7pPr>
            <a:lvl8pPr algn="l">
              <a:defRPr sz="1125" b="0">
                <a:solidFill>
                  <a:srgbClr val="66716B"/>
                </a:solidFill>
              </a:defRPr>
            </a:lvl8pPr>
            <a:lvl9pPr algn="l">
              <a:defRPr sz="1125" b="0">
                <a:solidFill>
                  <a:srgbClr val="66716B"/>
                </a:solidFill>
              </a:defRPr>
            </a:lvl9pPr>
          </a:lstStyle>
          <a:p>
            <a:pPr algn="l">
              <a:defRPr sz="1125" b="0">
                <a:solidFill>
                  <a:srgbClr val="66716B"/>
                </a:solidFill>
              </a:defRPr>
            </a:pPr>
            <a:r>
              <a:rPr sz="1125" b="0">
                <a:solidFill>
                  <a:srgbClr val="66716B"/>
                </a:solidFill>
              </a:rPr>
              <a:t>Live demo: cafe-replenishment-demo.com/demo   ·   Code: github.com/wanblairr/code-first</a:t>
            </a:r>
          </a:p>
        </p:txBody>
      </p:sp>
    </p:spTree>
    <p:extLst>
      <p:ext uri="{BB962C8B-B14F-4D97-AF65-F5344CB8AC3E}">
        <p14:creationId xmlns:p14="http://schemas.microsoft.com/office/powerpoint/2010/main" val="1256506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96794554-8999-494C-9AB6-96C170893ECF}"/>
              </a:ext>
            </a:extLst>
          </p:cNvPr>
          <p:cNvSpPr>
            <a:spLocks noGrp="1"/>
          </p:cNvSpPr>
          <p:nvPr/>
        </p:nvSpPr>
        <p:spPr>
          <a:xfrm>
            <a:off x="647700" y="400050"/>
            <a:ext cx="4762500" cy="266700"/>
          </a:xfrm>
          <a:prstGeom prst="rect">
            <a:avLst/>
          </a:prstGeom>
          <a:noFill/>
          <a:ln w="0">
            <a:noFill/>
            <a:prstDash val="solid"/>
          </a:ln>
        </p:spPr>
        <p:txBody>
          <a:bodyPr anchor="ctr"/>
          <a:lstStyle>
            <a:defPPr algn="l">
              <a:defRPr sz="1125" b="1">
                <a:solidFill>
                  <a:srgbClr val="48685C"/>
                </a:solidFill>
              </a:defRPr>
            </a:defPPr>
            <a:lvl1pPr algn="l">
              <a:defRPr sz="1125" b="1">
                <a:solidFill>
                  <a:srgbClr val="48685C"/>
                </a:solidFill>
              </a:defRPr>
            </a:lvl1pPr>
            <a:lvl2pPr algn="l">
              <a:defRPr sz="1125" b="1">
                <a:solidFill>
                  <a:srgbClr val="48685C"/>
                </a:solidFill>
              </a:defRPr>
            </a:lvl2pPr>
            <a:lvl3pPr algn="l">
              <a:defRPr sz="1125" b="1">
                <a:solidFill>
                  <a:srgbClr val="48685C"/>
                </a:solidFill>
              </a:defRPr>
            </a:lvl3pPr>
            <a:lvl4pPr algn="l">
              <a:defRPr sz="1125" b="1">
                <a:solidFill>
                  <a:srgbClr val="48685C"/>
                </a:solidFill>
              </a:defRPr>
            </a:lvl4pPr>
            <a:lvl5pPr algn="l">
              <a:defRPr sz="1125" b="1">
                <a:solidFill>
                  <a:srgbClr val="48685C"/>
                </a:solidFill>
              </a:defRPr>
            </a:lvl5pPr>
            <a:lvl6pPr algn="l">
              <a:defRPr sz="1125" b="1">
                <a:solidFill>
                  <a:srgbClr val="48685C"/>
                </a:solidFill>
              </a:defRPr>
            </a:lvl6pPr>
            <a:lvl7pPr algn="l">
              <a:defRPr sz="1125" b="1">
                <a:solidFill>
                  <a:srgbClr val="48685C"/>
                </a:solidFill>
              </a:defRPr>
            </a:lvl7pPr>
            <a:lvl8pPr algn="l">
              <a:defRPr sz="1125" b="1">
                <a:solidFill>
                  <a:srgbClr val="48685C"/>
                </a:solidFill>
              </a:defRPr>
            </a:lvl8pPr>
            <a:lvl9pPr algn="l">
              <a:defRPr sz="1125" b="1">
                <a:solidFill>
                  <a:srgbClr val="48685C"/>
                </a:solidFill>
              </a:defRPr>
            </a:lvl9pPr>
          </a:lstStyle>
          <a:p>
            <a:pPr algn="l">
              <a:defRPr sz="1125" b="1">
                <a:solidFill>
                  <a:srgbClr val="48685C"/>
                </a:solidFill>
              </a:defRPr>
            </a:pPr>
            <a:r>
              <a:rPr sz="1125" b="1">
                <a:solidFill>
                  <a:srgbClr val="48685C"/>
                </a:solidFill>
              </a:rPr>
              <a:t>THE PROBLEM</a:t>
            </a:r>
          </a:p>
        </p:txBody>
      </p:sp>
      <p:sp>
        <p:nvSpPr>
          <p:cNvPr id="2" name="矩形 1">
            <a:extLst>
              <a:ext uri="{FF2B5EF4-FFF2-40B4-BE49-F238E27FC236}">
                <a16:creationId xmlns:a16="http://schemas.microsoft.com/office/drawing/2014/main" id="{9FE8459B-5BD6-494D-BB75-831542E59943}"/>
              </a:ext>
            </a:extLst>
          </p:cNvPr>
          <p:cNvSpPr>
            <a:spLocks noGrp="1"/>
          </p:cNvSpPr>
          <p:nvPr/>
        </p:nvSpPr>
        <p:spPr>
          <a:xfrm>
            <a:off x="647700" y="819150"/>
            <a:ext cx="10896600" cy="685800"/>
          </a:xfrm>
          <a:prstGeom prst="rect">
            <a:avLst/>
          </a:prstGeom>
          <a:noFill/>
          <a:ln w="0">
            <a:noFill/>
            <a:prstDash val="solid"/>
          </a:ln>
        </p:spPr>
        <p:txBody>
          <a:bodyPr anchor="ctr"/>
          <a:lstStyle>
            <a:defPPr algn="l">
              <a:defRPr sz="3150" b="1">
                <a:solidFill>
                  <a:srgbClr val="1F2925"/>
                </a:solidFill>
              </a:defRPr>
            </a:defPPr>
            <a:lvl1pPr algn="l">
              <a:defRPr sz="3150" b="1">
                <a:solidFill>
                  <a:srgbClr val="1F2925"/>
                </a:solidFill>
              </a:defRPr>
            </a:lvl1pPr>
            <a:lvl2pPr algn="l">
              <a:defRPr sz="3150" b="1">
                <a:solidFill>
                  <a:srgbClr val="1F2925"/>
                </a:solidFill>
              </a:defRPr>
            </a:lvl2pPr>
            <a:lvl3pPr algn="l">
              <a:defRPr sz="3150" b="1">
                <a:solidFill>
                  <a:srgbClr val="1F2925"/>
                </a:solidFill>
              </a:defRPr>
            </a:lvl3pPr>
            <a:lvl4pPr algn="l">
              <a:defRPr sz="3150" b="1">
                <a:solidFill>
                  <a:srgbClr val="1F2925"/>
                </a:solidFill>
              </a:defRPr>
            </a:lvl4pPr>
            <a:lvl5pPr algn="l">
              <a:defRPr sz="3150" b="1">
                <a:solidFill>
                  <a:srgbClr val="1F2925"/>
                </a:solidFill>
              </a:defRPr>
            </a:lvl5pPr>
            <a:lvl6pPr algn="l">
              <a:defRPr sz="3150" b="1">
                <a:solidFill>
                  <a:srgbClr val="1F2925"/>
                </a:solidFill>
              </a:defRPr>
            </a:lvl6pPr>
            <a:lvl7pPr algn="l">
              <a:defRPr sz="3150" b="1">
                <a:solidFill>
                  <a:srgbClr val="1F2925"/>
                </a:solidFill>
              </a:defRPr>
            </a:lvl7pPr>
            <a:lvl8pPr algn="l">
              <a:defRPr sz="3150" b="1">
                <a:solidFill>
                  <a:srgbClr val="1F2925"/>
                </a:solidFill>
              </a:defRPr>
            </a:lvl8pPr>
            <a:lvl9pPr algn="l">
              <a:defRPr sz="3150" b="1">
                <a:solidFill>
                  <a:srgbClr val="1F2925"/>
                </a:solidFill>
              </a:defRPr>
            </a:lvl9pPr>
          </a:lstStyle>
          <a:p>
            <a:pPr algn="l">
              <a:defRPr sz="3150" b="1">
                <a:solidFill>
                  <a:srgbClr val="1F2925"/>
                </a:solidFill>
              </a:defRPr>
            </a:pPr>
            <a:r>
              <a:rPr sz="3150" b="1">
                <a:solidFill>
                  <a:srgbClr val="1F2925"/>
                </a:solidFill>
              </a:rPr>
              <a:t>One restock decision has several moving parts</a:t>
            </a:r>
          </a:p>
        </p:txBody>
      </p:sp>
      <p:sp>
        <p:nvSpPr>
          <p:cNvPr id="3" name="矩形 2">
            <a:extLst>
              <a:ext uri="{FF2B5EF4-FFF2-40B4-BE49-F238E27FC236}">
                <a16:creationId xmlns:a16="http://schemas.microsoft.com/office/drawing/2014/main" id="{CB2F9F29-2162-4252-9C18-FF51CCFB7A4C}"/>
              </a:ext>
            </a:extLst>
          </p:cNvPr>
          <p:cNvSpPr>
            <a:spLocks noGrp="1"/>
          </p:cNvSpPr>
          <p:nvPr/>
        </p:nvSpPr>
        <p:spPr>
          <a:xfrm>
            <a:off x="647700" y="6334125"/>
            <a:ext cx="10896600" cy="9525"/>
          </a:xfrm>
          <a:prstGeom prst="rect">
            <a:avLst/>
          </a:prstGeom>
          <a:solidFill>
            <a:srgbClr val="C9D1CA"/>
          </a:solidFill>
          <a:ln w="0">
            <a:noFill/>
            <a:prstDash val="solid"/>
          </a:ln>
        </p:spPr>
      </p:sp>
      <p:sp>
        <p:nvSpPr>
          <p:cNvPr id="4" name="矩形 3">
            <a:extLst>
              <a:ext uri="{FF2B5EF4-FFF2-40B4-BE49-F238E27FC236}">
                <a16:creationId xmlns:a16="http://schemas.microsoft.com/office/drawing/2014/main" id="{412EA94E-06B5-4F65-A106-7F0102961D2B}"/>
              </a:ext>
            </a:extLst>
          </p:cNvPr>
          <p:cNvSpPr>
            <a:spLocks noGrp="1"/>
          </p:cNvSpPr>
          <p:nvPr/>
        </p:nvSpPr>
        <p:spPr>
          <a:xfrm>
            <a:off x="10972800" y="6419850"/>
            <a:ext cx="571500" cy="228600"/>
          </a:xfrm>
          <a:prstGeom prst="rect">
            <a:avLst/>
          </a:prstGeom>
          <a:noFill/>
          <a:ln w="0">
            <a:noFill/>
            <a:prstDash val="solid"/>
          </a:ln>
        </p:spPr>
        <p:txBody>
          <a:bodyPr anchor="ctr"/>
          <a:lstStyle>
            <a:defPPr algn="r">
              <a:defRPr sz="1050" b="1">
                <a:solidFill>
                  <a:srgbClr val="66716B"/>
                </a:solidFill>
              </a:defRPr>
            </a:defPPr>
            <a:lvl1pPr algn="r">
              <a:defRPr sz="1050" b="1">
                <a:solidFill>
                  <a:srgbClr val="66716B"/>
                </a:solidFill>
              </a:defRPr>
            </a:lvl1pPr>
            <a:lvl2pPr algn="r">
              <a:defRPr sz="1050" b="1">
                <a:solidFill>
                  <a:srgbClr val="66716B"/>
                </a:solidFill>
              </a:defRPr>
            </a:lvl2pPr>
            <a:lvl3pPr algn="r">
              <a:defRPr sz="1050" b="1">
                <a:solidFill>
                  <a:srgbClr val="66716B"/>
                </a:solidFill>
              </a:defRPr>
            </a:lvl3pPr>
            <a:lvl4pPr algn="r">
              <a:defRPr sz="1050" b="1">
                <a:solidFill>
                  <a:srgbClr val="66716B"/>
                </a:solidFill>
              </a:defRPr>
            </a:lvl4pPr>
            <a:lvl5pPr algn="r">
              <a:defRPr sz="1050" b="1">
                <a:solidFill>
                  <a:srgbClr val="66716B"/>
                </a:solidFill>
              </a:defRPr>
            </a:lvl5pPr>
            <a:lvl6pPr algn="r">
              <a:defRPr sz="1050" b="1">
                <a:solidFill>
                  <a:srgbClr val="66716B"/>
                </a:solidFill>
              </a:defRPr>
            </a:lvl6pPr>
            <a:lvl7pPr algn="r">
              <a:defRPr sz="1050" b="1">
                <a:solidFill>
                  <a:srgbClr val="66716B"/>
                </a:solidFill>
              </a:defRPr>
            </a:lvl7pPr>
            <a:lvl8pPr algn="r">
              <a:defRPr sz="1050" b="1">
                <a:solidFill>
                  <a:srgbClr val="66716B"/>
                </a:solidFill>
              </a:defRPr>
            </a:lvl8pPr>
            <a:lvl9pPr algn="r">
              <a:defRPr sz="1050" b="1">
                <a:solidFill>
                  <a:srgbClr val="66716B"/>
                </a:solidFill>
              </a:defRPr>
            </a:lvl9pPr>
          </a:lstStyle>
          <a:p>
            <a:pPr algn="r">
              <a:defRPr sz="1050" b="1">
                <a:solidFill>
                  <a:srgbClr val="66716B"/>
                </a:solidFill>
              </a:defRPr>
            </a:pPr>
            <a:r>
              <a:rPr sz="1050" b="1">
                <a:solidFill>
                  <a:srgbClr val="66716B"/>
                </a:solidFill>
              </a:rPr>
              <a:t>02</a:t>
            </a:r>
          </a:p>
        </p:txBody>
      </p:sp>
      <p:sp>
        <p:nvSpPr>
          <p:cNvPr id="5" name="矩形 4">
            <a:extLst>
              <a:ext uri="{FF2B5EF4-FFF2-40B4-BE49-F238E27FC236}">
                <a16:creationId xmlns:a16="http://schemas.microsoft.com/office/drawing/2014/main" id="{4913C1F1-56A3-444A-BBF9-D3BE0F256963}"/>
              </a:ext>
            </a:extLst>
          </p:cNvPr>
          <p:cNvSpPr>
            <a:spLocks noGrp="1"/>
          </p:cNvSpPr>
          <p:nvPr/>
        </p:nvSpPr>
        <p:spPr>
          <a:xfrm>
            <a:off x="647700" y="1828800"/>
            <a:ext cx="5810250" cy="1352550"/>
          </a:xfrm>
          <a:prstGeom prst="rect">
            <a:avLst/>
          </a:prstGeom>
          <a:noFill/>
          <a:ln w="0">
            <a:noFill/>
            <a:prstDash val="solid"/>
          </a:ln>
        </p:spPr>
        <p:txBody>
          <a:bodyPr anchor="ctr"/>
          <a:lstStyle>
            <a:defPPr algn="l">
              <a:defRPr sz="2475" b="1">
                <a:solidFill>
                  <a:srgbClr val="1F2925"/>
                </a:solidFill>
              </a:defRPr>
            </a:defPPr>
            <a:lvl1pPr algn="l">
              <a:defRPr sz="2475" b="1">
                <a:solidFill>
                  <a:srgbClr val="1F2925"/>
                </a:solidFill>
              </a:defRPr>
            </a:lvl1pPr>
            <a:lvl2pPr algn="l">
              <a:defRPr sz="2475" b="1">
                <a:solidFill>
                  <a:srgbClr val="1F2925"/>
                </a:solidFill>
              </a:defRPr>
            </a:lvl2pPr>
            <a:lvl3pPr algn="l">
              <a:defRPr sz="2475" b="1">
                <a:solidFill>
                  <a:srgbClr val="1F2925"/>
                </a:solidFill>
              </a:defRPr>
            </a:lvl3pPr>
            <a:lvl4pPr algn="l">
              <a:defRPr sz="2475" b="1">
                <a:solidFill>
                  <a:srgbClr val="1F2925"/>
                </a:solidFill>
              </a:defRPr>
            </a:lvl4pPr>
            <a:lvl5pPr algn="l">
              <a:defRPr sz="2475" b="1">
                <a:solidFill>
                  <a:srgbClr val="1F2925"/>
                </a:solidFill>
              </a:defRPr>
            </a:lvl5pPr>
            <a:lvl6pPr algn="l">
              <a:defRPr sz="2475" b="1">
                <a:solidFill>
                  <a:srgbClr val="1F2925"/>
                </a:solidFill>
              </a:defRPr>
            </a:lvl6pPr>
            <a:lvl7pPr algn="l">
              <a:defRPr sz="2475" b="1">
                <a:solidFill>
                  <a:srgbClr val="1F2925"/>
                </a:solidFill>
              </a:defRPr>
            </a:lvl7pPr>
            <a:lvl8pPr algn="l">
              <a:defRPr sz="2475" b="1">
                <a:solidFill>
                  <a:srgbClr val="1F2925"/>
                </a:solidFill>
              </a:defRPr>
            </a:lvl8pPr>
            <a:lvl9pPr algn="l">
              <a:defRPr sz="2475" b="1">
                <a:solidFill>
                  <a:srgbClr val="1F2925"/>
                </a:solidFill>
              </a:defRPr>
            </a:lvl9pPr>
          </a:lstStyle>
          <a:p>
            <a:pPr algn="l">
              <a:defRPr sz="2475" b="1">
                <a:solidFill>
                  <a:srgbClr val="1F2925"/>
                </a:solidFill>
              </a:defRPr>
            </a:pPr>
            <a:r>
              <a:rPr sz="2475" b="1">
                <a:solidFill>
                  <a:srgbClr val="1F2925"/>
                </a:solidFill>
              </a:rPr>
              <a:t>Tomorrow’s demand can shift.</a:t>
            </a:r>
          </a:p>
          <a:p>
            <a:pPr algn="l">
              <a:defRPr sz="2475" b="1">
                <a:solidFill>
                  <a:srgbClr val="1F2925"/>
                </a:solidFill>
              </a:defRPr>
            </a:pPr>
            <a:r>
              <a:rPr sz="2475" b="1">
                <a:solidFill>
                  <a:srgbClr val="1F2925"/>
                </a:solidFill>
              </a:rPr>
              <a:t>Stock, inbound orders and pack sizes still have to add up.</a:t>
            </a:r>
          </a:p>
        </p:txBody>
      </p:sp>
      <p:sp>
        <p:nvSpPr>
          <p:cNvPr id="6" name="矩形 5">
            <a:extLst>
              <a:ext uri="{FF2B5EF4-FFF2-40B4-BE49-F238E27FC236}">
                <a16:creationId xmlns:a16="http://schemas.microsoft.com/office/drawing/2014/main" id="{CA99C2C6-58AB-4E2C-8B41-7FE3D6D0188A}"/>
              </a:ext>
            </a:extLst>
          </p:cNvPr>
          <p:cNvSpPr>
            <a:spLocks noGrp="1"/>
          </p:cNvSpPr>
          <p:nvPr/>
        </p:nvSpPr>
        <p:spPr>
          <a:xfrm>
            <a:off x="647700" y="3409950"/>
            <a:ext cx="5619750" cy="666750"/>
          </a:xfrm>
          <a:prstGeom prst="rect">
            <a:avLst/>
          </a:prstGeom>
          <a:noFill/>
          <a:ln w="0">
            <a:noFill/>
            <a:prstDash val="solid"/>
          </a:ln>
        </p:spPr>
        <p:txBody>
          <a:bodyPr anchor="ctr"/>
          <a:lstStyle>
            <a:defPPr algn="l">
              <a:defRPr sz="1575" b="0">
                <a:solidFill>
                  <a:srgbClr val="66716B"/>
                </a:solidFill>
              </a:defRPr>
            </a:defPPr>
            <a:lvl1pPr algn="l">
              <a:defRPr sz="1575" b="0">
                <a:solidFill>
                  <a:srgbClr val="66716B"/>
                </a:solidFill>
              </a:defRPr>
            </a:lvl1pPr>
            <a:lvl2pPr algn="l">
              <a:defRPr sz="1575" b="0">
                <a:solidFill>
                  <a:srgbClr val="66716B"/>
                </a:solidFill>
              </a:defRPr>
            </a:lvl2pPr>
            <a:lvl3pPr algn="l">
              <a:defRPr sz="1575" b="0">
                <a:solidFill>
                  <a:srgbClr val="66716B"/>
                </a:solidFill>
              </a:defRPr>
            </a:lvl3pPr>
            <a:lvl4pPr algn="l">
              <a:defRPr sz="1575" b="0">
                <a:solidFill>
                  <a:srgbClr val="66716B"/>
                </a:solidFill>
              </a:defRPr>
            </a:lvl4pPr>
            <a:lvl5pPr algn="l">
              <a:defRPr sz="1575" b="0">
                <a:solidFill>
                  <a:srgbClr val="66716B"/>
                </a:solidFill>
              </a:defRPr>
            </a:lvl5pPr>
            <a:lvl6pPr algn="l">
              <a:defRPr sz="1575" b="0">
                <a:solidFill>
                  <a:srgbClr val="66716B"/>
                </a:solidFill>
              </a:defRPr>
            </a:lvl6pPr>
            <a:lvl7pPr algn="l">
              <a:defRPr sz="1575" b="0">
                <a:solidFill>
                  <a:srgbClr val="66716B"/>
                </a:solidFill>
              </a:defRPr>
            </a:lvl7pPr>
            <a:lvl8pPr algn="l">
              <a:defRPr sz="1575" b="0">
                <a:solidFill>
                  <a:srgbClr val="66716B"/>
                </a:solidFill>
              </a:defRPr>
            </a:lvl8pPr>
            <a:lvl9pPr algn="l">
              <a:defRPr sz="1575" b="0">
                <a:solidFill>
                  <a:srgbClr val="66716B"/>
                </a:solidFill>
              </a:defRPr>
            </a:lvl9pPr>
          </a:lstStyle>
          <a:p>
            <a:pPr algn="l">
              <a:defRPr sz="1575" b="0">
                <a:solidFill>
                  <a:srgbClr val="66716B"/>
                </a:solidFill>
              </a:defRPr>
            </a:pPr>
            <a:r>
              <a:rPr sz="1575" b="0">
                <a:solidFill>
                  <a:srgbClr val="66716B"/>
                </a:solidFill>
              </a:rPr>
              <a:t>When these inputs live in different places, someone has to bring them together before ordering.</a:t>
            </a:r>
          </a:p>
        </p:txBody>
      </p:sp>
      <p:sp>
        <p:nvSpPr>
          <p:cNvPr id="7" name="矩形 6">
            <a:extLst>
              <a:ext uri="{FF2B5EF4-FFF2-40B4-BE49-F238E27FC236}">
                <a16:creationId xmlns:a16="http://schemas.microsoft.com/office/drawing/2014/main" id="{3838D07A-E3E3-4B4A-AD9D-0C4202E52495}"/>
              </a:ext>
            </a:extLst>
          </p:cNvPr>
          <p:cNvSpPr>
            <a:spLocks noGrp="1"/>
          </p:cNvSpPr>
          <p:nvPr/>
        </p:nvSpPr>
        <p:spPr>
          <a:xfrm>
            <a:off x="6953250" y="1790700"/>
            <a:ext cx="9525" cy="3429000"/>
          </a:xfrm>
          <a:prstGeom prst="rect">
            <a:avLst/>
          </a:prstGeom>
          <a:solidFill>
            <a:srgbClr val="C9D1CA"/>
          </a:solidFill>
          <a:ln w="0">
            <a:noFill/>
            <a:prstDash val="solid"/>
          </a:ln>
        </p:spPr>
      </p:sp>
      <p:sp>
        <p:nvSpPr>
          <p:cNvPr id="8" name="矩形 7">
            <a:extLst>
              <a:ext uri="{FF2B5EF4-FFF2-40B4-BE49-F238E27FC236}">
                <a16:creationId xmlns:a16="http://schemas.microsoft.com/office/drawing/2014/main" id="{993CBACC-2F06-49F3-B321-DEA0F0E43F96}"/>
              </a:ext>
            </a:extLst>
          </p:cNvPr>
          <p:cNvSpPr>
            <a:spLocks noGrp="1"/>
          </p:cNvSpPr>
          <p:nvPr/>
        </p:nvSpPr>
        <p:spPr>
          <a:xfrm>
            <a:off x="7381875" y="1943100"/>
            <a:ext cx="609600" cy="342900"/>
          </a:xfrm>
          <a:prstGeom prst="rect">
            <a:avLst/>
          </a:prstGeom>
          <a:noFill/>
          <a:ln w="0">
            <a:noFill/>
            <a:prstDash val="solid"/>
          </a:ln>
        </p:spPr>
        <p:txBody>
          <a:bodyPr anchor="ctr"/>
          <a:lstStyle>
            <a:defPPr algn="l">
              <a:defRPr sz="1575" b="1">
                <a:solidFill>
                  <a:srgbClr val="C9694A"/>
                </a:solidFill>
              </a:defRPr>
            </a:defPPr>
            <a:lvl1pPr algn="l">
              <a:defRPr sz="1575" b="1">
                <a:solidFill>
                  <a:srgbClr val="C9694A"/>
                </a:solidFill>
              </a:defRPr>
            </a:lvl1pPr>
            <a:lvl2pPr algn="l">
              <a:defRPr sz="1575" b="1">
                <a:solidFill>
                  <a:srgbClr val="C9694A"/>
                </a:solidFill>
              </a:defRPr>
            </a:lvl2pPr>
            <a:lvl3pPr algn="l">
              <a:defRPr sz="1575" b="1">
                <a:solidFill>
                  <a:srgbClr val="C9694A"/>
                </a:solidFill>
              </a:defRPr>
            </a:lvl3pPr>
            <a:lvl4pPr algn="l">
              <a:defRPr sz="1575" b="1">
                <a:solidFill>
                  <a:srgbClr val="C9694A"/>
                </a:solidFill>
              </a:defRPr>
            </a:lvl4pPr>
            <a:lvl5pPr algn="l">
              <a:defRPr sz="1575" b="1">
                <a:solidFill>
                  <a:srgbClr val="C9694A"/>
                </a:solidFill>
              </a:defRPr>
            </a:lvl5pPr>
            <a:lvl6pPr algn="l">
              <a:defRPr sz="1575" b="1">
                <a:solidFill>
                  <a:srgbClr val="C9694A"/>
                </a:solidFill>
              </a:defRPr>
            </a:lvl6pPr>
            <a:lvl7pPr algn="l">
              <a:defRPr sz="1575" b="1">
                <a:solidFill>
                  <a:srgbClr val="C9694A"/>
                </a:solidFill>
              </a:defRPr>
            </a:lvl7pPr>
            <a:lvl8pPr algn="l">
              <a:defRPr sz="1575" b="1">
                <a:solidFill>
                  <a:srgbClr val="C9694A"/>
                </a:solidFill>
              </a:defRPr>
            </a:lvl8pPr>
            <a:lvl9pPr algn="l">
              <a:defRPr sz="1575" b="1">
                <a:solidFill>
                  <a:srgbClr val="C9694A"/>
                </a:solidFill>
              </a:defRPr>
            </a:lvl9pPr>
          </a:lstStyle>
          <a:p>
            <a:pPr algn="l">
              <a:defRPr sz="1575" b="1">
                <a:solidFill>
                  <a:srgbClr val="C9694A"/>
                </a:solidFill>
              </a:defRPr>
            </a:pPr>
            <a:r>
              <a:rPr sz="1575" b="1">
                <a:solidFill>
                  <a:srgbClr val="C9694A"/>
                </a:solidFill>
              </a:rPr>
              <a:t>01</a:t>
            </a:r>
          </a:p>
        </p:txBody>
      </p:sp>
      <p:sp>
        <p:nvSpPr>
          <p:cNvPr id="9" name="矩形 8">
            <a:extLst>
              <a:ext uri="{FF2B5EF4-FFF2-40B4-BE49-F238E27FC236}">
                <a16:creationId xmlns:a16="http://schemas.microsoft.com/office/drawing/2014/main" id="{94985BCB-F578-41ED-8B05-AC48A1CF32A0}"/>
              </a:ext>
            </a:extLst>
          </p:cNvPr>
          <p:cNvSpPr>
            <a:spLocks noGrp="1"/>
          </p:cNvSpPr>
          <p:nvPr/>
        </p:nvSpPr>
        <p:spPr>
          <a:xfrm>
            <a:off x="8096250" y="1943100"/>
            <a:ext cx="3143250" cy="361950"/>
          </a:xfrm>
          <a:prstGeom prst="rect">
            <a:avLst/>
          </a:prstGeom>
          <a:noFill/>
          <a:ln w="0">
            <a:noFill/>
            <a:prstDash val="solid"/>
          </a:ln>
        </p:spPr>
        <p:txBody>
          <a:bodyPr anchor="ctr"/>
          <a:lstStyle>
            <a:defPPr algn="l">
              <a:defRPr sz="1875" b="1">
                <a:solidFill>
                  <a:srgbClr val="1F2925"/>
                </a:solidFill>
              </a:defRPr>
            </a:defPPr>
            <a:lvl1pPr algn="l">
              <a:defRPr sz="1875" b="1">
                <a:solidFill>
                  <a:srgbClr val="1F2925"/>
                </a:solidFill>
              </a:defRPr>
            </a:lvl1pPr>
            <a:lvl2pPr algn="l">
              <a:defRPr sz="1875" b="1">
                <a:solidFill>
                  <a:srgbClr val="1F2925"/>
                </a:solidFill>
              </a:defRPr>
            </a:lvl2pPr>
            <a:lvl3pPr algn="l">
              <a:defRPr sz="1875" b="1">
                <a:solidFill>
                  <a:srgbClr val="1F2925"/>
                </a:solidFill>
              </a:defRPr>
            </a:lvl3pPr>
            <a:lvl4pPr algn="l">
              <a:defRPr sz="1875" b="1">
                <a:solidFill>
                  <a:srgbClr val="1F2925"/>
                </a:solidFill>
              </a:defRPr>
            </a:lvl4pPr>
            <a:lvl5pPr algn="l">
              <a:defRPr sz="1875" b="1">
                <a:solidFill>
                  <a:srgbClr val="1F2925"/>
                </a:solidFill>
              </a:defRPr>
            </a:lvl5pPr>
            <a:lvl6pPr algn="l">
              <a:defRPr sz="1875" b="1">
                <a:solidFill>
                  <a:srgbClr val="1F2925"/>
                </a:solidFill>
              </a:defRPr>
            </a:lvl6pPr>
            <a:lvl7pPr algn="l">
              <a:defRPr sz="1875" b="1">
                <a:solidFill>
                  <a:srgbClr val="1F2925"/>
                </a:solidFill>
              </a:defRPr>
            </a:lvl7pPr>
            <a:lvl8pPr algn="l">
              <a:defRPr sz="1875" b="1">
                <a:solidFill>
                  <a:srgbClr val="1F2925"/>
                </a:solidFill>
              </a:defRPr>
            </a:lvl8pPr>
            <a:lvl9pPr algn="l">
              <a:defRPr sz="1875" b="1">
                <a:solidFill>
                  <a:srgbClr val="1F2925"/>
                </a:solidFill>
              </a:defRPr>
            </a:lvl9pPr>
          </a:lstStyle>
          <a:p>
            <a:pPr algn="l">
              <a:defRPr sz="1875" b="1">
                <a:solidFill>
                  <a:srgbClr val="1F2925"/>
                </a:solidFill>
              </a:defRPr>
            </a:pPr>
            <a:r>
              <a:rPr sz="1875" b="1">
                <a:solidFill>
                  <a:srgbClr val="1F2925"/>
                </a:solidFill>
              </a:rPr>
              <a:t>Estimate tomorrow’s demand</a:t>
            </a:r>
          </a:p>
        </p:txBody>
      </p:sp>
      <p:sp>
        <p:nvSpPr>
          <p:cNvPr id="10" name="矩形 9">
            <a:extLst>
              <a:ext uri="{FF2B5EF4-FFF2-40B4-BE49-F238E27FC236}">
                <a16:creationId xmlns:a16="http://schemas.microsoft.com/office/drawing/2014/main" id="{DD44FEEA-228A-4543-AC3F-A6398C4C02F0}"/>
              </a:ext>
            </a:extLst>
          </p:cNvPr>
          <p:cNvSpPr>
            <a:spLocks noGrp="1"/>
          </p:cNvSpPr>
          <p:nvPr/>
        </p:nvSpPr>
        <p:spPr>
          <a:xfrm>
            <a:off x="8096250" y="2362200"/>
            <a:ext cx="3143250" cy="30480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Weather · weekends · holidays</a:t>
            </a:r>
          </a:p>
        </p:txBody>
      </p:sp>
      <p:sp>
        <p:nvSpPr>
          <p:cNvPr id="11" name="矩形 10">
            <a:extLst>
              <a:ext uri="{FF2B5EF4-FFF2-40B4-BE49-F238E27FC236}">
                <a16:creationId xmlns:a16="http://schemas.microsoft.com/office/drawing/2014/main" id="{70B5A233-0A43-449D-970F-00C9A9D8039E}"/>
              </a:ext>
            </a:extLst>
          </p:cNvPr>
          <p:cNvSpPr>
            <a:spLocks noGrp="1"/>
          </p:cNvSpPr>
          <p:nvPr/>
        </p:nvSpPr>
        <p:spPr>
          <a:xfrm>
            <a:off x="7381875" y="2838450"/>
            <a:ext cx="3857625" cy="9525"/>
          </a:xfrm>
          <a:prstGeom prst="rect">
            <a:avLst/>
          </a:prstGeom>
          <a:solidFill>
            <a:srgbClr val="C9D1CA"/>
          </a:solidFill>
          <a:ln w="0">
            <a:noFill/>
            <a:prstDash val="solid"/>
          </a:ln>
        </p:spPr>
      </p:sp>
      <p:sp>
        <p:nvSpPr>
          <p:cNvPr id="12" name="矩形 11">
            <a:extLst>
              <a:ext uri="{FF2B5EF4-FFF2-40B4-BE49-F238E27FC236}">
                <a16:creationId xmlns:a16="http://schemas.microsoft.com/office/drawing/2014/main" id="{433E607E-10B2-48D1-96BA-F16867281354}"/>
              </a:ext>
            </a:extLst>
          </p:cNvPr>
          <p:cNvSpPr>
            <a:spLocks noGrp="1"/>
          </p:cNvSpPr>
          <p:nvPr/>
        </p:nvSpPr>
        <p:spPr>
          <a:xfrm>
            <a:off x="7381875" y="3048000"/>
            <a:ext cx="609600" cy="342900"/>
          </a:xfrm>
          <a:prstGeom prst="rect">
            <a:avLst/>
          </a:prstGeom>
          <a:noFill/>
          <a:ln w="0">
            <a:noFill/>
            <a:prstDash val="solid"/>
          </a:ln>
        </p:spPr>
        <p:txBody>
          <a:bodyPr anchor="ctr"/>
          <a:lstStyle>
            <a:defPPr algn="l">
              <a:defRPr sz="1575" b="1">
                <a:solidFill>
                  <a:srgbClr val="C9694A"/>
                </a:solidFill>
              </a:defRPr>
            </a:defPPr>
            <a:lvl1pPr algn="l">
              <a:defRPr sz="1575" b="1">
                <a:solidFill>
                  <a:srgbClr val="C9694A"/>
                </a:solidFill>
              </a:defRPr>
            </a:lvl1pPr>
            <a:lvl2pPr algn="l">
              <a:defRPr sz="1575" b="1">
                <a:solidFill>
                  <a:srgbClr val="C9694A"/>
                </a:solidFill>
              </a:defRPr>
            </a:lvl2pPr>
            <a:lvl3pPr algn="l">
              <a:defRPr sz="1575" b="1">
                <a:solidFill>
                  <a:srgbClr val="C9694A"/>
                </a:solidFill>
              </a:defRPr>
            </a:lvl3pPr>
            <a:lvl4pPr algn="l">
              <a:defRPr sz="1575" b="1">
                <a:solidFill>
                  <a:srgbClr val="C9694A"/>
                </a:solidFill>
              </a:defRPr>
            </a:lvl4pPr>
            <a:lvl5pPr algn="l">
              <a:defRPr sz="1575" b="1">
                <a:solidFill>
                  <a:srgbClr val="C9694A"/>
                </a:solidFill>
              </a:defRPr>
            </a:lvl5pPr>
            <a:lvl6pPr algn="l">
              <a:defRPr sz="1575" b="1">
                <a:solidFill>
                  <a:srgbClr val="C9694A"/>
                </a:solidFill>
              </a:defRPr>
            </a:lvl6pPr>
            <a:lvl7pPr algn="l">
              <a:defRPr sz="1575" b="1">
                <a:solidFill>
                  <a:srgbClr val="C9694A"/>
                </a:solidFill>
              </a:defRPr>
            </a:lvl7pPr>
            <a:lvl8pPr algn="l">
              <a:defRPr sz="1575" b="1">
                <a:solidFill>
                  <a:srgbClr val="C9694A"/>
                </a:solidFill>
              </a:defRPr>
            </a:lvl8pPr>
            <a:lvl9pPr algn="l">
              <a:defRPr sz="1575" b="1">
                <a:solidFill>
                  <a:srgbClr val="C9694A"/>
                </a:solidFill>
              </a:defRPr>
            </a:lvl9pPr>
          </a:lstStyle>
          <a:p>
            <a:pPr algn="l">
              <a:defRPr sz="1575" b="1">
                <a:solidFill>
                  <a:srgbClr val="C9694A"/>
                </a:solidFill>
              </a:defRPr>
            </a:pPr>
            <a:r>
              <a:rPr sz="1575" b="1">
                <a:solidFill>
                  <a:srgbClr val="C9694A"/>
                </a:solidFill>
              </a:rPr>
              <a:t>02</a:t>
            </a:r>
          </a:p>
        </p:txBody>
      </p:sp>
      <p:sp>
        <p:nvSpPr>
          <p:cNvPr id="13" name="矩形 12">
            <a:extLst>
              <a:ext uri="{FF2B5EF4-FFF2-40B4-BE49-F238E27FC236}">
                <a16:creationId xmlns:a16="http://schemas.microsoft.com/office/drawing/2014/main" id="{74589D66-3025-4D21-89F9-124FC1BD6B1A}"/>
              </a:ext>
            </a:extLst>
          </p:cNvPr>
          <p:cNvSpPr>
            <a:spLocks noGrp="1"/>
          </p:cNvSpPr>
          <p:nvPr/>
        </p:nvSpPr>
        <p:spPr>
          <a:xfrm>
            <a:off x="8096250" y="3048000"/>
            <a:ext cx="3143250" cy="361950"/>
          </a:xfrm>
          <a:prstGeom prst="rect">
            <a:avLst/>
          </a:prstGeom>
          <a:noFill/>
          <a:ln w="0">
            <a:noFill/>
            <a:prstDash val="solid"/>
          </a:ln>
        </p:spPr>
        <p:txBody>
          <a:bodyPr anchor="ctr"/>
          <a:lstStyle>
            <a:defPPr algn="l">
              <a:defRPr sz="1875" b="1">
                <a:solidFill>
                  <a:srgbClr val="1F2925"/>
                </a:solidFill>
              </a:defRPr>
            </a:defPPr>
            <a:lvl1pPr algn="l">
              <a:defRPr sz="1875" b="1">
                <a:solidFill>
                  <a:srgbClr val="1F2925"/>
                </a:solidFill>
              </a:defRPr>
            </a:lvl1pPr>
            <a:lvl2pPr algn="l">
              <a:defRPr sz="1875" b="1">
                <a:solidFill>
                  <a:srgbClr val="1F2925"/>
                </a:solidFill>
              </a:defRPr>
            </a:lvl2pPr>
            <a:lvl3pPr algn="l">
              <a:defRPr sz="1875" b="1">
                <a:solidFill>
                  <a:srgbClr val="1F2925"/>
                </a:solidFill>
              </a:defRPr>
            </a:lvl3pPr>
            <a:lvl4pPr algn="l">
              <a:defRPr sz="1875" b="1">
                <a:solidFill>
                  <a:srgbClr val="1F2925"/>
                </a:solidFill>
              </a:defRPr>
            </a:lvl4pPr>
            <a:lvl5pPr algn="l">
              <a:defRPr sz="1875" b="1">
                <a:solidFill>
                  <a:srgbClr val="1F2925"/>
                </a:solidFill>
              </a:defRPr>
            </a:lvl5pPr>
            <a:lvl6pPr algn="l">
              <a:defRPr sz="1875" b="1">
                <a:solidFill>
                  <a:srgbClr val="1F2925"/>
                </a:solidFill>
              </a:defRPr>
            </a:lvl6pPr>
            <a:lvl7pPr algn="l">
              <a:defRPr sz="1875" b="1">
                <a:solidFill>
                  <a:srgbClr val="1F2925"/>
                </a:solidFill>
              </a:defRPr>
            </a:lvl7pPr>
            <a:lvl8pPr algn="l">
              <a:defRPr sz="1875" b="1">
                <a:solidFill>
                  <a:srgbClr val="1F2925"/>
                </a:solidFill>
              </a:defRPr>
            </a:lvl8pPr>
            <a:lvl9pPr algn="l">
              <a:defRPr sz="1875" b="1">
                <a:solidFill>
                  <a:srgbClr val="1F2925"/>
                </a:solidFill>
              </a:defRPr>
            </a:lvl9pPr>
          </a:lstStyle>
          <a:p>
            <a:pPr algn="l">
              <a:defRPr sz="1875" b="1">
                <a:solidFill>
                  <a:srgbClr val="1F2925"/>
                </a:solidFill>
              </a:defRPr>
            </a:pPr>
            <a:r>
              <a:rPr sz="1875" b="1">
                <a:solidFill>
                  <a:srgbClr val="1F2925"/>
                </a:solidFill>
              </a:rPr>
              <a:t>Check what is available</a:t>
            </a:r>
          </a:p>
        </p:txBody>
      </p:sp>
      <p:sp>
        <p:nvSpPr>
          <p:cNvPr id="14" name="矩形 13">
            <a:extLst>
              <a:ext uri="{FF2B5EF4-FFF2-40B4-BE49-F238E27FC236}">
                <a16:creationId xmlns:a16="http://schemas.microsoft.com/office/drawing/2014/main" id="{3D169C01-93AA-466D-9767-04F896DD5D15}"/>
              </a:ext>
            </a:extLst>
          </p:cNvPr>
          <p:cNvSpPr>
            <a:spLocks noGrp="1"/>
          </p:cNvSpPr>
          <p:nvPr/>
        </p:nvSpPr>
        <p:spPr>
          <a:xfrm>
            <a:off x="8096250" y="3467100"/>
            <a:ext cx="3143250" cy="30480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Closing stock · confirmed inbound</a:t>
            </a:r>
          </a:p>
        </p:txBody>
      </p:sp>
      <p:sp>
        <p:nvSpPr>
          <p:cNvPr id="15" name="矩形 14">
            <a:extLst>
              <a:ext uri="{FF2B5EF4-FFF2-40B4-BE49-F238E27FC236}">
                <a16:creationId xmlns:a16="http://schemas.microsoft.com/office/drawing/2014/main" id="{CEDFE4CA-DCA7-4573-A93D-5B71BFE22146}"/>
              </a:ext>
            </a:extLst>
          </p:cNvPr>
          <p:cNvSpPr>
            <a:spLocks noGrp="1"/>
          </p:cNvSpPr>
          <p:nvPr/>
        </p:nvSpPr>
        <p:spPr>
          <a:xfrm>
            <a:off x="7381875" y="3943350"/>
            <a:ext cx="3857625" cy="9525"/>
          </a:xfrm>
          <a:prstGeom prst="rect">
            <a:avLst/>
          </a:prstGeom>
          <a:solidFill>
            <a:srgbClr val="C9D1CA"/>
          </a:solidFill>
          <a:ln w="0">
            <a:noFill/>
            <a:prstDash val="solid"/>
          </a:ln>
        </p:spPr>
      </p:sp>
      <p:sp>
        <p:nvSpPr>
          <p:cNvPr id="16" name="矩形 15">
            <a:extLst>
              <a:ext uri="{FF2B5EF4-FFF2-40B4-BE49-F238E27FC236}">
                <a16:creationId xmlns:a16="http://schemas.microsoft.com/office/drawing/2014/main" id="{FA72FF71-321B-4B7E-8581-F13514168BF1}"/>
              </a:ext>
            </a:extLst>
          </p:cNvPr>
          <p:cNvSpPr>
            <a:spLocks noGrp="1"/>
          </p:cNvSpPr>
          <p:nvPr/>
        </p:nvSpPr>
        <p:spPr>
          <a:xfrm>
            <a:off x="7381875" y="4152900"/>
            <a:ext cx="609600" cy="342900"/>
          </a:xfrm>
          <a:prstGeom prst="rect">
            <a:avLst/>
          </a:prstGeom>
          <a:noFill/>
          <a:ln w="0">
            <a:noFill/>
            <a:prstDash val="solid"/>
          </a:ln>
        </p:spPr>
        <p:txBody>
          <a:bodyPr anchor="ctr"/>
          <a:lstStyle>
            <a:defPPr algn="l">
              <a:defRPr sz="1575" b="1">
                <a:solidFill>
                  <a:srgbClr val="C9694A"/>
                </a:solidFill>
              </a:defRPr>
            </a:defPPr>
            <a:lvl1pPr algn="l">
              <a:defRPr sz="1575" b="1">
                <a:solidFill>
                  <a:srgbClr val="C9694A"/>
                </a:solidFill>
              </a:defRPr>
            </a:lvl1pPr>
            <a:lvl2pPr algn="l">
              <a:defRPr sz="1575" b="1">
                <a:solidFill>
                  <a:srgbClr val="C9694A"/>
                </a:solidFill>
              </a:defRPr>
            </a:lvl2pPr>
            <a:lvl3pPr algn="l">
              <a:defRPr sz="1575" b="1">
                <a:solidFill>
                  <a:srgbClr val="C9694A"/>
                </a:solidFill>
              </a:defRPr>
            </a:lvl3pPr>
            <a:lvl4pPr algn="l">
              <a:defRPr sz="1575" b="1">
                <a:solidFill>
                  <a:srgbClr val="C9694A"/>
                </a:solidFill>
              </a:defRPr>
            </a:lvl4pPr>
            <a:lvl5pPr algn="l">
              <a:defRPr sz="1575" b="1">
                <a:solidFill>
                  <a:srgbClr val="C9694A"/>
                </a:solidFill>
              </a:defRPr>
            </a:lvl5pPr>
            <a:lvl6pPr algn="l">
              <a:defRPr sz="1575" b="1">
                <a:solidFill>
                  <a:srgbClr val="C9694A"/>
                </a:solidFill>
              </a:defRPr>
            </a:lvl6pPr>
            <a:lvl7pPr algn="l">
              <a:defRPr sz="1575" b="1">
                <a:solidFill>
                  <a:srgbClr val="C9694A"/>
                </a:solidFill>
              </a:defRPr>
            </a:lvl7pPr>
            <a:lvl8pPr algn="l">
              <a:defRPr sz="1575" b="1">
                <a:solidFill>
                  <a:srgbClr val="C9694A"/>
                </a:solidFill>
              </a:defRPr>
            </a:lvl8pPr>
            <a:lvl9pPr algn="l">
              <a:defRPr sz="1575" b="1">
                <a:solidFill>
                  <a:srgbClr val="C9694A"/>
                </a:solidFill>
              </a:defRPr>
            </a:lvl9pPr>
          </a:lstStyle>
          <a:p>
            <a:pPr algn="l">
              <a:defRPr sz="1575" b="1">
                <a:solidFill>
                  <a:srgbClr val="C9694A"/>
                </a:solidFill>
              </a:defRPr>
            </a:pPr>
            <a:r>
              <a:rPr sz="1575" b="1">
                <a:solidFill>
                  <a:srgbClr val="C9694A"/>
                </a:solidFill>
              </a:rPr>
              <a:t>03</a:t>
            </a:r>
          </a:p>
        </p:txBody>
      </p:sp>
      <p:sp>
        <p:nvSpPr>
          <p:cNvPr id="17" name="矩形 16">
            <a:extLst>
              <a:ext uri="{FF2B5EF4-FFF2-40B4-BE49-F238E27FC236}">
                <a16:creationId xmlns:a16="http://schemas.microsoft.com/office/drawing/2014/main" id="{E5BAD6FC-CB33-4D8B-99D1-C34D28216FAC}"/>
              </a:ext>
            </a:extLst>
          </p:cNvPr>
          <p:cNvSpPr>
            <a:spLocks noGrp="1"/>
          </p:cNvSpPr>
          <p:nvPr/>
        </p:nvSpPr>
        <p:spPr>
          <a:xfrm>
            <a:off x="8096250" y="4152900"/>
            <a:ext cx="3143250" cy="361950"/>
          </a:xfrm>
          <a:prstGeom prst="rect">
            <a:avLst/>
          </a:prstGeom>
          <a:noFill/>
          <a:ln w="0">
            <a:noFill/>
            <a:prstDash val="solid"/>
          </a:ln>
        </p:spPr>
        <p:txBody>
          <a:bodyPr anchor="ctr"/>
          <a:lstStyle>
            <a:defPPr algn="l">
              <a:defRPr sz="1875" b="1">
                <a:solidFill>
                  <a:srgbClr val="1F2925"/>
                </a:solidFill>
              </a:defRPr>
            </a:defPPr>
            <a:lvl1pPr algn="l">
              <a:defRPr sz="1875" b="1">
                <a:solidFill>
                  <a:srgbClr val="1F2925"/>
                </a:solidFill>
              </a:defRPr>
            </a:lvl1pPr>
            <a:lvl2pPr algn="l">
              <a:defRPr sz="1875" b="1">
                <a:solidFill>
                  <a:srgbClr val="1F2925"/>
                </a:solidFill>
              </a:defRPr>
            </a:lvl2pPr>
            <a:lvl3pPr algn="l">
              <a:defRPr sz="1875" b="1">
                <a:solidFill>
                  <a:srgbClr val="1F2925"/>
                </a:solidFill>
              </a:defRPr>
            </a:lvl3pPr>
            <a:lvl4pPr algn="l">
              <a:defRPr sz="1875" b="1">
                <a:solidFill>
                  <a:srgbClr val="1F2925"/>
                </a:solidFill>
              </a:defRPr>
            </a:lvl4pPr>
            <a:lvl5pPr algn="l">
              <a:defRPr sz="1875" b="1">
                <a:solidFill>
                  <a:srgbClr val="1F2925"/>
                </a:solidFill>
              </a:defRPr>
            </a:lvl5pPr>
            <a:lvl6pPr algn="l">
              <a:defRPr sz="1875" b="1">
                <a:solidFill>
                  <a:srgbClr val="1F2925"/>
                </a:solidFill>
              </a:defRPr>
            </a:lvl6pPr>
            <a:lvl7pPr algn="l">
              <a:defRPr sz="1875" b="1">
                <a:solidFill>
                  <a:srgbClr val="1F2925"/>
                </a:solidFill>
              </a:defRPr>
            </a:lvl7pPr>
            <a:lvl8pPr algn="l">
              <a:defRPr sz="1875" b="1">
                <a:solidFill>
                  <a:srgbClr val="1F2925"/>
                </a:solidFill>
              </a:defRPr>
            </a:lvl8pPr>
            <a:lvl9pPr algn="l">
              <a:defRPr sz="1875" b="1">
                <a:solidFill>
                  <a:srgbClr val="1F2925"/>
                </a:solidFill>
              </a:defRPr>
            </a:lvl9pPr>
          </a:lstStyle>
          <a:p>
            <a:pPr algn="l">
              <a:defRPr sz="1875" b="1">
                <a:solidFill>
                  <a:srgbClr val="1F2925"/>
                </a:solidFill>
              </a:defRPr>
            </a:pPr>
            <a:r>
              <a:rPr sz="1875" b="1">
                <a:solidFill>
                  <a:srgbClr val="1F2925"/>
                </a:solidFill>
              </a:rPr>
              <a:t>Convert needs into orders</a:t>
            </a:r>
          </a:p>
        </p:txBody>
      </p:sp>
      <p:sp>
        <p:nvSpPr>
          <p:cNvPr id="18" name="矩形 17">
            <a:extLst>
              <a:ext uri="{FF2B5EF4-FFF2-40B4-BE49-F238E27FC236}">
                <a16:creationId xmlns:a16="http://schemas.microsoft.com/office/drawing/2014/main" id="{B2D0F14D-47F9-4DC0-9B9D-9EBF8B13830E}"/>
              </a:ext>
            </a:extLst>
          </p:cNvPr>
          <p:cNvSpPr>
            <a:spLocks noGrp="1"/>
          </p:cNvSpPr>
          <p:nvPr/>
        </p:nvSpPr>
        <p:spPr>
          <a:xfrm>
            <a:off x="8096250" y="4572000"/>
            <a:ext cx="3143250" cy="30480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Safety stock · supplier pack sizes</a:t>
            </a:r>
          </a:p>
        </p:txBody>
      </p:sp>
      <p:sp>
        <p:nvSpPr>
          <p:cNvPr id="19" name="矩形 18">
            <a:extLst>
              <a:ext uri="{FF2B5EF4-FFF2-40B4-BE49-F238E27FC236}">
                <a16:creationId xmlns:a16="http://schemas.microsoft.com/office/drawing/2014/main" id="{FE0A0607-4B1D-4DD9-8F32-D7C90222EE70}"/>
              </a:ext>
            </a:extLst>
          </p:cNvPr>
          <p:cNvSpPr>
            <a:spLocks noGrp="1"/>
          </p:cNvSpPr>
          <p:nvPr/>
        </p:nvSpPr>
        <p:spPr>
          <a:xfrm>
            <a:off x="647700" y="5461000"/>
            <a:ext cx="10477500" cy="533400"/>
          </a:xfrm>
          <a:prstGeom prst="rect">
            <a:avLst/>
          </a:prstGeom>
          <a:noFill/>
          <a:ln w="0">
            <a:noFill/>
            <a:prstDash val="solid"/>
          </a:ln>
        </p:spPr>
        <p:txBody>
          <a:bodyPr anchor="ctr"/>
          <a:lstStyle>
            <a:defPPr algn="l">
              <a:defRPr sz="1200" b="0">
                <a:solidFill>
                  <a:srgbClr val="66716B"/>
                </a:solidFill>
              </a:defRPr>
            </a:defPPr>
            <a:lvl1pPr algn="l">
              <a:defRPr sz="1200" b="0">
                <a:solidFill>
                  <a:srgbClr val="66716B"/>
                </a:solidFill>
              </a:defRPr>
            </a:lvl1pPr>
            <a:lvl2pPr algn="l">
              <a:defRPr sz="1200" b="0">
                <a:solidFill>
                  <a:srgbClr val="66716B"/>
                </a:solidFill>
              </a:defRPr>
            </a:lvl2pPr>
            <a:lvl3pPr algn="l">
              <a:defRPr sz="1200" b="0">
                <a:solidFill>
                  <a:srgbClr val="66716B"/>
                </a:solidFill>
              </a:defRPr>
            </a:lvl3pPr>
            <a:lvl4pPr algn="l">
              <a:defRPr sz="1200" b="0">
                <a:solidFill>
                  <a:srgbClr val="66716B"/>
                </a:solidFill>
              </a:defRPr>
            </a:lvl4pPr>
            <a:lvl5pPr algn="l">
              <a:defRPr sz="1200" b="0">
                <a:solidFill>
                  <a:srgbClr val="66716B"/>
                </a:solidFill>
              </a:defRPr>
            </a:lvl5pPr>
            <a:lvl6pPr algn="l">
              <a:defRPr sz="1200" b="0">
                <a:solidFill>
                  <a:srgbClr val="66716B"/>
                </a:solidFill>
              </a:defRPr>
            </a:lvl6pPr>
            <a:lvl7pPr algn="l">
              <a:defRPr sz="1200" b="0">
                <a:solidFill>
                  <a:srgbClr val="66716B"/>
                </a:solidFill>
              </a:defRPr>
            </a:lvl7pPr>
            <a:lvl8pPr algn="l">
              <a:defRPr sz="1200" b="0">
                <a:solidFill>
                  <a:srgbClr val="66716B"/>
                </a:solidFill>
              </a:defRPr>
            </a:lvl8pPr>
            <a:lvl9pPr algn="l">
              <a:defRPr sz="1200" b="0">
                <a:solidFill>
                  <a:srgbClr val="66716B"/>
                </a:solidFill>
              </a:defRPr>
            </a:lvl9pPr>
          </a:lstStyle>
          <a:p>
            <a:pPr algn="l">
              <a:defRPr sz="1200" b="0">
                <a:solidFill>
                  <a:srgbClr val="66716B"/>
                </a:solidFill>
              </a:defRPr>
            </a:pPr>
            <a:r>
              <a:rPr sz="1200" b="0">
                <a:solidFill>
                  <a:srgbClr val="66716B"/>
                </a:solidFill>
              </a:rPr>
              <a:t>UNEP estimated food services generated 290 million tonnes of food waste in 2022 — 28% of household, food-service and retail waste. No café-specific baseline measured yet; this prototype claims no measured outcome.</a:t>
            </a:r>
          </a:p>
        </p:txBody>
      </p:sp>
    </p:spTree>
    <p:extLst>
      <p:ext uri="{BB962C8B-B14F-4D97-AF65-F5344CB8AC3E}">
        <p14:creationId xmlns:p14="http://schemas.microsoft.com/office/powerpoint/2010/main" val="1987619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8" name="technical-section-1">
            <a:extLst>
              <a:ext uri="{FF2B5EF4-FFF2-40B4-BE49-F238E27FC236}">
                <a16:creationId xmlns:a16="http://schemas.microsoft.com/office/drawing/2014/main" id="{76605CC3-4AE9-4FB2-B9A5-8F078DE3DF95}"/>
              </a:ext>
            </a:extLst>
          </p:cNvPr>
          <p:cNvSpPr>
            <a:spLocks noGrp="1"/>
          </p:cNvSpPr>
          <p:nvPr/>
        </p:nvSpPr>
        <p:spPr>
          <a:xfrm>
            <a:off x="685800" y="514350"/>
            <a:ext cx="3714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algn="l">
              <a:defRPr sz="1350" b="1">
                <a:solidFill>
                  <a:srgbClr val="63716B"/>
                </a:solidFill>
                <a:latin typeface="Arial"/>
                <a:ea typeface="Arial"/>
                <a:cs typeface="Arial"/>
              </a:defRPr>
            </a:pPr>
            <a:r>
              <a:rPr sz="1350" b="1">
                <a:solidFill>
                  <a:srgbClr val="63716B"/>
                </a:solidFill>
                <a:latin typeface="Arial"/>
                <a:ea typeface="Arial"/>
                <a:cs typeface="Arial"/>
              </a:rPr>
              <a:t>TECHNICAL APPROACH</a:t>
            </a:r>
          </a:p>
        </p:txBody>
      </p:sp>
      <p:sp>
        <p:nvSpPr>
          <p:cNvPr id="2" name="technical-number-1">
            <a:extLst>
              <a:ext uri="{FF2B5EF4-FFF2-40B4-BE49-F238E27FC236}">
                <a16:creationId xmlns:a16="http://schemas.microsoft.com/office/drawing/2014/main" id="{70659A7D-88B3-472B-B537-B2731AA0E351}"/>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8D233D"/>
                </a:solidFill>
                <a:latin typeface="Arial"/>
                <a:ea typeface="Arial"/>
                <a:cs typeface="Arial"/>
              </a:defRPr>
            </a:defPPr>
            <a:lvl1pPr algn="l">
              <a:defRPr sz="12450" b="1">
                <a:solidFill>
                  <a:srgbClr val="8D233D"/>
                </a:solidFill>
                <a:latin typeface="Arial"/>
                <a:ea typeface="Arial"/>
                <a:cs typeface="Arial"/>
              </a:defRPr>
            </a:lvl1pPr>
            <a:lvl2pPr algn="l">
              <a:defRPr sz="12450" b="1">
                <a:solidFill>
                  <a:srgbClr val="8D233D"/>
                </a:solidFill>
                <a:latin typeface="Arial"/>
                <a:ea typeface="Arial"/>
                <a:cs typeface="Arial"/>
              </a:defRPr>
            </a:lvl2pPr>
            <a:lvl3pPr algn="l">
              <a:defRPr sz="12450" b="1">
                <a:solidFill>
                  <a:srgbClr val="8D233D"/>
                </a:solidFill>
                <a:latin typeface="Arial"/>
                <a:ea typeface="Arial"/>
                <a:cs typeface="Arial"/>
              </a:defRPr>
            </a:lvl3pPr>
            <a:lvl4pPr algn="l">
              <a:defRPr sz="12450" b="1">
                <a:solidFill>
                  <a:srgbClr val="8D233D"/>
                </a:solidFill>
                <a:latin typeface="Arial"/>
                <a:ea typeface="Arial"/>
                <a:cs typeface="Arial"/>
              </a:defRPr>
            </a:lvl4pPr>
            <a:lvl5pPr algn="l">
              <a:defRPr sz="12450" b="1">
                <a:solidFill>
                  <a:srgbClr val="8D233D"/>
                </a:solidFill>
                <a:latin typeface="Arial"/>
                <a:ea typeface="Arial"/>
                <a:cs typeface="Arial"/>
              </a:defRPr>
            </a:lvl5pPr>
            <a:lvl6pPr algn="l">
              <a:defRPr sz="12450" b="1">
                <a:solidFill>
                  <a:srgbClr val="8D233D"/>
                </a:solidFill>
                <a:latin typeface="Arial"/>
                <a:ea typeface="Arial"/>
                <a:cs typeface="Arial"/>
              </a:defRPr>
            </a:lvl6pPr>
            <a:lvl7pPr algn="l">
              <a:defRPr sz="12450" b="1">
                <a:solidFill>
                  <a:srgbClr val="8D233D"/>
                </a:solidFill>
                <a:latin typeface="Arial"/>
                <a:ea typeface="Arial"/>
                <a:cs typeface="Arial"/>
              </a:defRPr>
            </a:lvl7pPr>
            <a:lvl8pPr algn="l">
              <a:defRPr sz="12450" b="1">
                <a:solidFill>
                  <a:srgbClr val="8D233D"/>
                </a:solidFill>
                <a:latin typeface="Arial"/>
                <a:ea typeface="Arial"/>
                <a:cs typeface="Arial"/>
              </a:defRPr>
            </a:lvl8pPr>
            <a:lvl9pPr algn="l">
              <a:defRPr sz="12450" b="1">
                <a:solidFill>
                  <a:srgbClr val="8D233D"/>
                </a:solidFill>
                <a:latin typeface="Arial"/>
                <a:ea typeface="Arial"/>
                <a:cs typeface="Arial"/>
              </a:defRPr>
            </a:lvl9pPr>
          </a:lstStyle>
          <a:p>
            <a:pPr algn="l">
              <a:defRPr sz="12450" b="1">
                <a:solidFill>
                  <a:srgbClr val="8D233D"/>
                </a:solidFill>
                <a:latin typeface="Arial"/>
                <a:ea typeface="Arial"/>
                <a:cs typeface="Arial"/>
              </a:defRPr>
            </a:pPr>
            <a:r>
              <a:rPr sz="12450" b="1">
                <a:solidFill>
                  <a:srgbClr val="8D233D"/>
                </a:solidFill>
                <a:latin typeface="Arial"/>
                <a:ea typeface="Arial"/>
                <a:cs typeface="Arial"/>
              </a:rPr>
              <a:t>01</a:t>
            </a:r>
          </a:p>
        </p:txBody>
      </p:sp>
      <p:sp>
        <p:nvSpPr>
          <p:cNvPr id="3" name="technical-title-1">
            <a:extLst>
              <a:ext uri="{FF2B5EF4-FFF2-40B4-BE49-F238E27FC236}">
                <a16:creationId xmlns:a16="http://schemas.microsoft.com/office/drawing/2014/main" id="{280891A6-970B-46AA-B532-210E496210F8}"/>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algn="l">
              <a:defRPr sz="2850" b="1">
                <a:solidFill>
                  <a:srgbClr val="18352D"/>
                </a:solidFill>
                <a:latin typeface="Arial"/>
                <a:ea typeface="Arial"/>
                <a:cs typeface="Arial"/>
              </a:defRPr>
            </a:pPr>
            <a:r>
              <a:rPr sz="2850" b="1">
                <a:solidFill>
                  <a:srgbClr val="18352D"/>
                </a:solidFill>
                <a:latin typeface="Arial"/>
                <a:ea typeface="Arial"/>
                <a:cs typeface="Arial"/>
              </a:rPr>
              <a:t>LIGHTWEIGHT</a:t>
            </a:r>
          </a:p>
          <a:p>
            <a:pPr algn="l">
              <a:defRPr sz="2850" b="1">
                <a:solidFill>
                  <a:srgbClr val="18352D"/>
                </a:solidFill>
                <a:latin typeface="Arial"/>
                <a:ea typeface="Arial"/>
                <a:cs typeface="Arial"/>
              </a:defRPr>
            </a:pPr>
            <a:r>
              <a:rPr sz="2850" b="1">
                <a:solidFill>
                  <a:srgbClr val="18352D"/>
                </a:solidFill>
                <a:latin typeface="Arial"/>
                <a:ea typeface="Arial"/>
                <a:cs typeface="Arial"/>
              </a:rPr>
              <a:t>WEB APP</a:t>
            </a:r>
          </a:p>
        </p:txBody>
      </p:sp>
      <p:sp>
        <p:nvSpPr>
          <p:cNvPr id="4" name="technical-role-1">
            <a:extLst>
              <a:ext uri="{FF2B5EF4-FFF2-40B4-BE49-F238E27FC236}">
                <a16:creationId xmlns:a16="http://schemas.microsoft.com/office/drawing/2014/main" id="{DA34A081-8E5B-4080-B371-CB2D7026AEE3}"/>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8D233D"/>
                </a:solidFill>
                <a:latin typeface="Arial"/>
                <a:ea typeface="Arial"/>
                <a:cs typeface="Arial"/>
              </a:defRPr>
            </a:defPPr>
            <a:lvl1pPr algn="l">
              <a:defRPr sz="1500" b="1">
                <a:solidFill>
                  <a:srgbClr val="8D233D"/>
                </a:solidFill>
                <a:latin typeface="Arial"/>
                <a:ea typeface="Arial"/>
                <a:cs typeface="Arial"/>
              </a:defRPr>
            </a:lvl1pPr>
            <a:lvl2pPr algn="l">
              <a:defRPr sz="1500" b="1">
                <a:solidFill>
                  <a:srgbClr val="8D233D"/>
                </a:solidFill>
                <a:latin typeface="Arial"/>
                <a:ea typeface="Arial"/>
                <a:cs typeface="Arial"/>
              </a:defRPr>
            </a:lvl2pPr>
            <a:lvl3pPr algn="l">
              <a:defRPr sz="1500" b="1">
                <a:solidFill>
                  <a:srgbClr val="8D233D"/>
                </a:solidFill>
                <a:latin typeface="Arial"/>
                <a:ea typeface="Arial"/>
                <a:cs typeface="Arial"/>
              </a:defRPr>
            </a:lvl3pPr>
            <a:lvl4pPr algn="l">
              <a:defRPr sz="1500" b="1">
                <a:solidFill>
                  <a:srgbClr val="8D233D"/>
                </a:solidFill>
                <a:latin typeface="Arial"/>
                <a:ea typeface="Arial"/>
                <a:cs typeface="Arial"/>
              </a:defRPr>
            </a:lvl4pPr>
            <a:lvl5pPr algn="l">
              <a:defRPr sz="1500" b="1">
                <a:solidFill>
                  <a:srgbClr val="8D233D"/>
                </a:solidFill>
                <a:latin typeface="Arial"/>
                <a:ea typeface="Arial"/>
                <a:cs typeface="Arial"/>
              </a:defRPr>
            </a:lvl5pPr>
            <a:lvl6pPr algn="l">
              <a:defRPr sz="1500" b="1">
                <a:solidFill>
                  <a:srgbClr val="8D233D"/>
                </a:solidFill>
                <a:latin typeface="Arial"/>
                <a:ea typeface="Arial"/>
                <a:cs typeface="Arial"/>
              </a:defRPr>
            </a:lvl6pPr>
            <a:lvl7pPr algn="l">
              <a:defRPr sz="1500" b="1">
                <a:solidFill>
                  <a:srgbClr val="8D233D"/>
                </a:solidFill>
                <a:latin typeface="Arial"/>
                <a:ea typeface="Arial"/>
                <a:cs typeface="Arial"/>
              </a:defRPr>
            </a:lvl7pPr>
            <a:lvl8pPr algn="l">
              <a:defRPr sz="1500" b="1">
                <a:solidFill>
                  <a:srgbClr val="8D233D"/>
                </a:solidFill>
                <a:latin typeface="Arial"/>
                <a:ea typeface="Arial"/>
                <a:cs typeface="Arial"/>
              </a:defRPr>
            </a:lvl8pPr>
            <a:lvl9pPr algn="l">
              <a:defRPr sz="1500" b="1">
                <a:solidFill>
                  <a:srgbClr val="8D233D"/>
                </a:solidFill>
                <a:latin typeface="Arial"/>
                <a:ea typeface="Arial"/>
                <a:cs typeface="Arial"/>
              </a:defRPr>
            </a:lvl9pPr>
          </a:lstStyle>
          <a:p>
            <a:pPr algn="l">
              <a:defRPr sz="1500" b="1">
                <a:solidFill>
                  <a:srgbClr val="8D233D"/>
                </a:solidFill>
                <a:latin typeface="Arial"/>
                <a:ea typeface="Arial"/>
                <a:cs typeface="Arial"/>
              </a:defRPr>
            </a:pPr>
            <a:r>
              <a:rPr sz="1500" b="1">
                <a:solidFill>
                  <a:srgbClr val="8D233D"/>
                </a:solidFill>
                <a:latin typeface="Arial"/>
                <a:ea typeface="Arial"/>
                <a:cs typeface="Arial"/>
              </a:rPr>
              <a:t>PLATFORM</a:t>
            </a:r>
          </a:p>
        </p:txBody>
      </p:sp>
      <p:sp>
        <p:nvSpPr>
          <p:cNvPr id="5" name="technical-headline-1">
            <a:extLst>
              <a:ext uri="{FF2B5EF4-FFF2-40B4-BE49-F238E27FC236}">
                <a16:creationId xmlns:a16="http://schemas.microsoft.com/office/drawing/2014/main" id="{24073B39-0928-4A25-BC57-1BF8F430DE1A}"/>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algn="l">
              <a:defRPr sz="3150" b="1">
                <a:solidFill>
                  <a:srgbClr val="18352D"/>
                </a:solidFill>
                <a:latin typeface="Arial"/>
                <a:ea typeface="Arial"/>
                <a:cs typeface="Arial"/>
              </a:defRPr>
            </a:pPr>
            <a:r>
              <a:rPr sz="3150" b="1">
                <a:solidFill>
                  <a:srgbClr val="18352D"/>
                </a:solidFill>
                <a:latin typeface="Arial"/>
                <a:ea typeface="Arial"/>
                <a:cs typeface="Arial"/>
              </a:rPr>
              <a:t>One app connects the core records.</a:t>
            </a:r>
          </a:p>
        </p:txBody>
      </p:sp>
      <p:sp>
        <p:nvSpPr>
          <p:cNvPr id="6" name="technical-body-1">
            <a:extLst>
              <a:ext uri="{FF2B5EF4-FFF2-40B4-BE49-F238E27FC236}">
                <a16:creationId xmlns:a16="http://schemas.microsoft.com/office/drawing/2014/main" id="{7671B310-C653-4A2C-AFAA-A2CEE718F3DA}"/>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algn="l">
              <a:defRPr sz="1950" b="0">
                <a:solidFill>
                  <a:srgbClr val="46534E"/>
                </a:solidFill>
                <a:latin typeface="Arial"/>
                <a:ea typeface="Arial"/>
                <a:cs typeface="Arial"/>
              </a:defRPr>
            </a:pPr>
            <a:r>
              <a:rPr sz="1950" b="0">
                <a:solidFill>
                  <a:srgbClr val="46534E"/>
                </a:solidFill>
                <a:latin typeface="Arial"/>
                <a:ea typeface="Arial"/>
                <a:cs typeface="Arial"/>
              </a:rPr>
              <a:t>The application brings together inventory records, BOM-based consumption calculations, and sales data entered through a tablet or POS system.</a:t>
            </a:r>
          </a:p>
        </p:txBody>
      </p:sp>
      <p:sp>
        <p:nvSpPr>
          <p:cNvPr id="7" name="technical-page-1">
            <a:extLst>
              <a:ext uri="{FF2B5EF4-FFF2-40B4-BE49-F238E27FC236}">
                <a16:creationId xmlns:a16="http://schemas.microsoft.com/office/drawing/2014/main" id="{A9BF9E40-D5E2-43CB-B339-3099949FAFA1}"/>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algn="l">
              <a:defRPr sz="1200" b="1">
                <a:solidFill>
                  <a:srgbClr val="7A8580"/>
                </a:solidFill>
                <a:latin typeface="Arial"/>
                <a:ea typeface="Arial"/>
                <a:cs typeface="Arial"/>
              </a:defRPr>
            </a:pPr>
            <a:r>
              <a:rPr sz="1200" b="1">
                <a:solidFill>
                  <a:srgbClr val="7A8580"/>
                </a:solidFill>
                <a:latin typeface="Arial"/>
                <a:ea typeface="Arial"/>
                <a:cs typeface="Arial"/>
              </a:rPr>
              <a:t>01 / 03</a:t>
            </a:r>
          </a:p>
        </p:txBody>
      </p:sp>
    </p:spTree>
    <p:extLst>
      <p:ext uri="{BB962C8B-B14F-4D97-AF65-F5344CB8AC3E}">
        <p14:creationId xmlns:p14="http://schemas.microsoft.com/office/powerpoint/2010/main" val="1637385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8" name="technical-section-2">
            <a:extLst>
              <a:ext uri="{FF2B5EF4-FFF2-40B4-BE49-F238E27FC236}">
                <a16:creationId xmlns:a16="http://schemas.microsoft.com/office/drawing/2014/main" id="{C15CEB5A-F885-45F5-A0E1-BE0C8586F23D}"/>
              </a:ext>
            </a:extLst>
          </p:cNvPr>
          <p:cNvSpPr>
            <a:spLocks noGrp="1"/>
          </p:cNvSpPr>
          <p:nvPr/>
        </p:nvSpPr>
        <p:spPr>
          <a:xfrm>
            <a:off x="685800" y="514350"/>
            <a:ext cx="3714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algn="l">
              <a:defRPr sz="1350" b="1">
                <a:solidFill>
                  <a:srgbClr val="63716B"/>
                </a:solidFill>
                <a:latin typeface="Arial"/>
                <a:ea typeface="Arial"/>
                <a:cs typeface="Arial"/>
              </a:defRPr>
            </a:pPr>
            <a:r>
              <a:rPr sz="1350" b="1">
                <a:solidFill>
                  <a:srgbClr val="63716B"/>
                </a:solidFill>
                <a:latin typeface="Arial"/>
                <a:ea typeface="Arial"/>
                <a:cs typeface="Arial"/>
              </a:rPr>
              <a:t>TECHNICAL APPROACH</a:t>
            </a:r>
          </a:p>
        </p:txBody>
      </p:sp>
      <p:sp>
        <p:nvSpPr>
          <p:cNvPr id="2" name="technical-number-2">
            <a:extLst>
              <a:ext uri="{FF2B5EF4-FFF2-40B4-BE49-F238E27FC236}">
                <a16:creationId xmlns:a16="http://schemas.microsoft.com/office/drawing/2014/main" id="{443D9358-B5A7-438B-BF19-0B2E30A6D278}"/>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A17808"/>
                </a:solidFill>
                <a:latin typeface="Arial"/>
                <a:ea typeface="Arial"/>
                <a:cs typeface="Arial"/>
              </a:defRPr>
            </a:defPPr>
            <a:lvl1pPr algn="l">
              <a:defRPr sz="12450" b="1">
                <a:solidFill>
                  <a:srgbClr val="A17808"/>
                </a:solidFill>
                <a:latin typeface="Arial"/>
                <a:ea typeface="Arial"/>
                <a:cs typeface="Arial"/>
              </a:defRPr>
            </a:lvl1pPr>
            <a:lvl2pPr algn="l">
              <a:defRPr sz="12450" b="1">
                <a:solidFill>
                  <a:srgbClr val="A17808"/>
                </a:solidFill>
                <a:latin typeface="Arial"/>
                <a:ea typeface="Arial"/>
                <a:cs typeface="Arial"/>
              </a:defRPr>
            </a:lvl2pPr>
            <a:lvl3pPr algn="l">
              <a:defRPr sz="12450" b="1">
                <a:solidFill>
                  <a:srgbClr val="A17808"/>
                </a:solidFill>
                <a:latin typeface="Arial"/>
                <a:ea typeface="Arial"/>
                <a:cs typeface="Arial"/>
              </a:defRPr>
            </a:lvl3pPr>
            <a:lvl4pPr algn="l">
              <a:defRPr sz="12450" b="1">
                <a:solidFill>
                  <a:srgbClr val="A17808"/>
                </a:solidFill>
                <a:latin typeface="Arial"/>
                <a:ea typeface="Arial"/>
                <a:cs typeface="Arial"/>
              </a:defRPr>
            </a:lvl4pPr>
            <a:lvl5pPr algn="l">
              <a:defRPr sz="12450" b="1">
                <a:solidFill>
                  <a:srgbClr val="A17808"/>
                </a:solidFill>
                <a:latin typeface="Arial"/>
                <a:ea typeface="Arial"/>
                <a:cs typeface="Arial"/>
              </a:defRPr>
            </a:lvl5pPr>
            <a:lvl6pPr algn="l">
              <a:defRPr sz="12450" b="1">
                <a:solidFill>
                  <a:srgbClr val="A17808"/>
                </a:solidFill>
                <a:latin typeface="Arial"/>
                <a:ea typeface="Arial"/>
                <a:cs typeface="Arial"/>
              </a:defRPr>
            </a:lvl6pPr>
            <a:lvl7pPr algn="l">
              <a:defRPr sz="12450" b="1">
                <a:solidFill>
                  <a:srgbClr val="A17808"/>
                </a:solidFill>
                <a:latin typeface="Arial"/>
                <a:ea typeface="Arial"/>
                <a:cs typeface="Arial"/>
              </a:defRPr>
            </a:lvl7pPr>
            <a:lvl8pPr algn="l">
              <a:defRPr sz="12450" b="1">
                <a:solidFill>
                  <a:srgbClr val="A17808"/>
                </a:solidFill>
                <a:latin typeface="Arial"/>
                <a:ea typeface="Arial"/>
                <a:cs typeface="Arial"/>
              </a:defRPr>
            </a:lvl8pPr>
            <a:lvl9pPr algn="l">
              <a:defRPr sz="12450" b="1">
                <a:solidFill>
                  <a:srgbClr val="A17808"/>
                </a:solidFill>
                <a:latin typeface="Arial"/>
                <a:ea typeface="Arial"/>
                <a:cs typeface="Arial"/>
              </a:defRPr>
            </a:lvl9pPr>
          </a:lstStyle>
          <a:p>
            <a:pPr algn="l">
              <a:defRPr sz="12450" b="1">
                <a:solidFill>
                  <a:srgbClr val="A17808"/>
                </a:solidFill>
                <a:latin typeface="Arial"/>
                <a:ea typeface="Arial"/>
                <a:cs typeface="Arial"/>
              </a:defRPr>
            </a:pPr>
            <a:r>
              <a:rPr sz="12450" b="1">
                <a:solidFill>
                  <a:srgbClr val="A17808"/>
                </a:solidFill>
                <a:latin typeface="Arial"/>
                <a:ea typeface="Arial"/>
                <a:cs typeface="Arial"/>
              </a:rPr>
              <a:t>02</a:t>
            </a:r>
          </a:p>
        </p:txBody>
      </p:sp>
      <p:sp>
        <p:nvSpPr>
          <p:cNvPr id="3" name="technical-title-2">
            <a:extLst>
              <a:ext uri="{FF2B5EF4-FFF2-40B4-BE49-F238E27FC236}">
                <a16:creationId xmlns:a16="http://schemas.microsoft.com/office/drawing/2014/main" id="{53261977-647D-4B15-83DF-90B1F7A64591}"/>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algn="l">
              <a:defRPr sz="2850" b="1">
                <a:solidFill>
                  <a:srgbClr val="18352D"/>
                </a:solidFill>
                <a:latin typeface="Arial"/>
                <a:ea typeface="Arial"/>
                <a:cs typeface="Arial"/>
              </a:defRPr>
            </a:pPr>
            <a:r>
              <a:rPr sz="2850" b="1">
                <a:solidFill>
                  <a:srgbClr val="18352D"/>
                </a:solidFill>
                <a:latin typeface="Arial"/>
                <a:ea typeface="Arial"/>
                <a:cs typeface="Arial"/>
              </a:rPr>
              <a:t>CONTEXT-AWARE</a:t>
            </a:r>
          </a:p>
          <a:p>
            <a:pPr algn="l">
              <a:defRPr sz="2850" b="1">
                <a:solidFill>
                  <a:srgbClr val="18352D"/>
                </a:solidFill>
                <a:latin typeface="Arial"/>
                <a:ea typeface="Arial"/>
                <a:cs typeface="Arial"/>
              </a:defRPr>
            </a:pPr>
            <a:r>
              <a:rPr sz="2850" b="1">
                <a:solidFill>
                  <a:srgbClr val="18352D"/>
                </a:solidFill>
                <a:latin typeface="Arial"/>
                <a:ea typeface="Arial"/>
                <a:cs typeface="Arial"/>
              </a:rPr>
              <a:t>FORECASTING</a:t>
            </a:r>
          </a:p>
        </p:txBody>
      </p:sp>
      <p:sp>
        <p:nvSpPr>
          <p:cNvPr id="4" name="technical-role-2">
            <a:extLst>
              <a:ext uri="{FF2B5EF4-FFF2-40B4-BE49-F238E27FC236}">
                <a16:creationId xmlns:a16="http://schemas.microsoft.com/office/drawing/2014/main" id="{A551B710-7260-4D3E-B1E1-259A6BB3A62B}"/>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A17808"/>
                </a:solidFill>
                <a:latin typeface="Arial"/>
                <a:ea typeface="Arial"/>
                <a:cs typeface="Arial"/>
              </a:defRPr>
            </a:defPPr>
            <a:lvl1pPr algn="l">
              <a:defRPr sz="1500" b="1">
                <a:solidFill>
                  <a:srgbClr val="A17808"/>
                </a:solidFill>
                <a:latin typeface="Arial"/>
                <a:ea typeface="Arial"/>
                <a:cs typeface="Arial"/>
              </a:defRPr>
            </a:lvl1pPr>
            <a:lvl2pPr algn="l">
              <a:defRPr sz="1500" b="1">
                <a:solidFill>
                  <a:srgbClr val="A17808"/>
                </a:solidFill>
                <a:latin typeface="Arial"/>
                <a:ea typeface="Arial"/>
                <a:cs typeface="Arial"/>
              </a:defRPr>
            </a:lvl2pPr>
            <a:lvl3pPr algn="l">
              <a:defRPr sz="1500" b="1">
                <a:solidFill>
                  <a:srgbClr val="A17808"/>
                </a:solidFill>
                <a:latin typeface="Arial"/>
                <a:ea typeface="Arial"/>
                <a:cs typeface="Arial"/>
              </a:defRPr>
            </a:lvl3pPr>
            <a:lvl4pPr algn="l">
              <a:defRPr sz="1500" b="1">
                <a:solidFill>
                  <a:srgbClr val="A17808"/>
                </a:solidFill>
                <a:latin typeface="Arial"/>
                <a:ea typeface="Arial"/>
                <a:cs typeface="Arial"/>
              </a:defRPr>
            </a:lvl4pPr>
            <a:lvl5pPr algn="l">
              <a:defRPr sz="1500" b="1">
                <a:solidFill>
                  <a:srgbClr val="A17808"/>
                </a:solidFill>
                <a:latin typeface="Arial"/>
                <a:ea typeface="Arial"/>
                <a:cs typeface="Arial"/>
              </a:defRPr>
            </a:lvl5pPr>
            <a:lvl6pPr algn="l">
              <a:defRPr sz="1500" b="1">
                <a:solidFill>
                  <a:srgbClr val="A17808"/>
                </a:solidFill>
                <a:latin typeface="Arial"/>
                <a:ea typeface="Arial"/>
                <a:cs typeface="Arial"/>
              </a:defRPr>
            </a:lvl6pPr>
            <a:lvl7pPr algn="l">
              <a:defRPr sz="1500" b="1">
                <a:solidFill>
                  <a:srgbClr val="A17808"/>
                </a:solidFill>
                <a:latin typeface="Arial"/>
                <a:ea typeface="Arial"/>
                <a:cs typeface="Arial"/>
              </a:defRPr>
            </a:lvl7pPr>
            <a:lvl8pPr algn="l">
              <a:defRPr sz="1500" b="1">
                <a:solidFill>
                  <a:srgbClr val="A17808"/>
                </a:solidFill>
                <a:latin typeface="Arial"/>
                <a:ea typeface="Arial"/>
                <a:cs typeface="Arial"/>
              </a:defRPr>
            </a:lvl8pPr>
            <a:lvl9pPr algn="l">
              <a:defRPr sz="1500" b="1">
                <a:solidFill>
                  <a:srgbClr val="A17808"/>
                </a:solidFill>
                <a:latin typeface="Arial"/>
                <a:ea typeface="Arial"/>
                <a:cs typeface="Arial"/>
              </a:defRPr>
            </a:lvl9pPr>
          </a:lstStyle>
          <a:p>
            <a:pPr algn="l">
              <a:defRPr sz="1500" b="1">
                <a:solidFill>
                  <a:srgbClr val="A17808"/>
                </a:solidFill>
                <a:latin typeface="Arial"/>
                <a:ea typeface="Arial"/>
                <a:cs typeface="Arial"/>
              </a:defRPr>
            </a:pPr>
            <a:r>
              <a:rPr sz="1500" b="1">
                <a:solidFill>
                  <a:srgbClr val="A17808"/>
                </a:solidFill>
                <a:latin typeface="Arial"/>
                <a:ea typeface="Arial"/>
                <a:cs typeface="Arial"/>
              </a:rPr>
              <a:t>FORECAST ENGINE</a:t>
            </a:r>
          </a:p>
        </p:txBody>
      </p:sp>
      <p:sp>
        <p:nvSpPr>
          <p:cNvPr id="5" name="technical-headline-2">
            <a:extLst>
              <a:ext uri="{FF2B5EF4-FFF2-40B4-BE49-F238E27FC236}">
                <a16:creationId xmlns:a16="http://schemas.microsoft.com/office/drawing/2014/main" id="{E40510E1-18CB-45D5-940C-CBA437AC6811}"/>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algn="l">
              <a:defRPr sz="3150" b="1">
                <a:solidFill>
                  <a:srgbClr val="18352D"/>
                </a:solidFill>
                <a:latin typeface="Arial"/>
                <a:ea typeface="Arial"/>
                <a:cs typeface="Arial"/>
              </a:defRPr>
            </a:pPr>
            <a:r>
              <a:rPr sz="3150" b="1">
                <a:solidFill>
                  <a:srgbClr val="18352D"/>
                </a:solidFill>
                <a:latin typeface="Arial"/>
                <a:ea typeface="Arial"/>
                <a:cs typeface="Arial"/>
              </a:rPr>
              <a:t>Sales history meets external context.</a:t>
            </a:r>
          </a:p>
        </p:txBody>
      </p:sp>
      <p:sp>
        <p:nvSpPr>
          <p:cNvPr id="6" name="technical-body-2">
            <a:extLst>
              <a:ext uri="{FF2B5EF4-FFF2-40B4-BE49-F238E27FC236}">
                <a16:creationId xmlns:a16="http://schemas.microsoft.com/office/drawing/2014/main" id="{114852F8-2169-4C9B-91A5-B64534B6B3D6}"/>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algn="l">
              <a:defRPr sz="1950" b="0">
                <a:solidFill>
                  <a:srgbClr val="46534E"/>
                </a:solidFill>
                <a:latin typeface="Arial"/>
                <a:ea typeface="Arial"/>
                <a:cs typeface="Arial"/>
              </a:defRPr>
            </a:pPr>
            <a:r>
              <a:rPr sz="1950" b="0">
                <a:solidFill>
                  <a:srgbClr val="46534E"/>
                </a:solidFill>
                <a:latin typeface="Arial"/>
                <a:ea typeface="Arial"/>
                <a:cs typeface="Arial"/>
              </a:rPr>
              <a:t>A ridge-regression model combines historical sales with weather and calendar APIs to estimate next-day demand for each drink, then converts it into replenishment suggestions. WhatsApp supports timely notifications and approval prompts.</a:t>
            </a:r>
          </a:p>
        </p:txBody>
      </p:sp>
      <p:sp>
        <p:nvSpPr>
          <p:cNvPr id="7" name="technical-page-2">
            <a:extLst>
              <a:ext uri="{FF2B5EF4-FFF2-40B4-BE49-F238E27FC236}">
                <a16:creationId xmlns:a16="http://schemas.microsoft.com/office/drawing/2014/main" id="{ECF1AAD1-D8C4-4604-B874-80C551C04799}"/>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algn="l">
              <a:defRPr sz="1200" b="1">
                <a:solidFill>
                  <a:srgbClr val="7A8580"/>
                </a:solidFill>
                <a:latin typeface="Arial"/>
                <a:ea typeface="Arial"/>
                <a:cs typeface="Arial"/>
              </a:defRPr>
            </a:pPr>
            <a:r>
              <a:rPr sz="1200" b="1">
                <a:solidFill>
                  <a:srgbClr val="7A8580"/>
                </a:solidFill>
                <a:latin typeface="Arial"/>
                <a:ea typeface="Arial"/>
                <a:cs typeface="Arial"/>
              </a:rPr>
              <a:t>02 / 03</a:t>
            </a:r>
          </a:p>
        </p:txBody>
      </p:sp>
    </p:spTree>
    <p:extLst>
      <p:ext uri="{BB962C8B-B14F-4D97-AF65-F5344CB8AC3E}">
        <p14:creationId xmlns:p14="http://schemas.microsoft.com/office/powerpoint/2010/main" val="564654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8" name="technical-section-3">
            <a:extLst>
              <a:ext uri="{FF2B5EF4-FFF2-40B4-BE49-F238E27FC236}">
                <a16:creationId xmlns:a16="http://schemas.microsoft.com/office/drawing/2014/main" id="{B2C5D2AF-F858-49A6-AEA0-41D14B24DF71}"/>
              </a:ext>
            </a:extLst>
          </p:cNvPr>
          <p:cNvSpPr>
            <a:spLocks noGrp="1"/>
          </p:cNvSpPr>
          <p:nvPr/>
        </p:nvSpPr>
        <p:spPr>
          <a:xfrm>
            <a:off x="685800" y="514350"/>
            <a:ext cx="3714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algn="l">
              <a:defRPr sz="1350" b="1">
                <a:solidFill>
                  <a:srgbClr val="63716B"/>
                </a:solidFill>
                <a:latin typeface="Arial"/>
                <a:ea typeface="Arial"/>
                <a:cs typeface="Arial"/>
              </a:defRPr>
            </a:pPr>
            <a:r>
              <a:rPr sz="1350" b="1">
                <a:solidFill>
                  <a:srgbClr val="63716B"/>
                </a:solidFill>
                <a:latin typeface="Arial"/>
                <a:ea typeface="Arial"/>
                <a:cs typeface="Arial"/>
              </a:rPr>
              <a:t>TECHNICAL APPROACH</a:t>
            </a:r>
          </a:p>
        </p:txBody>
      </p:sp>
      <p:sp>
        <p:nvSpPr>
          <p:cNvPr id="2" name="technical-number-3">
            <a:extLst>
              <a:ext uri="{FF2B5EF4-FFF2-40B4-BE49-F238E27FC236}">
                <a16:creationId xmlns:a16="http://schemas.microsoft.com/office/drawing/2014/main" id="{D8191274-4382-4943-953A-C430B40F3EC0}"/>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B8572B"/>
                </a:solidFill>
                <a:latin typeface="Arial"/>
                <a:ea typeface="Arial"/>
                <a:cs typeface="Arial"/>
              </a:defRPr>
            </a:defPPr>
            <a:lvl1pPr algn="l">
              <a:defRPr sz="12450" b="1">
                <a:solidFill>
                  <a:srgbClr val="B8572B"/>
                </a:solidFill>
                <a:latin typeface="Arial"/>
                <a:ea typeface="Arial"/>
                <a:cs typeface="Arial"/>
              </a:defRPr>
            </a:lvl1pPr>
            <a:lvl2pPr algn="l">
              <a:defRPr sz="12450" b="1">
                <a:solidFill>
                  <a:srgbClr val="B8572B"/>
                </a:solidFill>
                <a:latin typeface="Arial"/>
                <a:ea typeface="Arial"/>
                <a:cs typeface="Arial"/>
              </a:defRPr>
            </a:lvl2pPr>
            <a:lvl3pPr algn="l">
              <a:defRPr sz="12450" b="1">
                <a:solidFill>
                  <a:srgbClr val="B8572B"/>
                </a:solidFill>
                <a:latin typeface="Arial"/>
                <a:ea typeface="Arial"/>
                <a:cs typeface="Arial"/>
              </a:defRPr>
            </a:lvl3pPr>
            <a:lvl4pPr algn="l">
              <a:defRPr sz="12450" b="1">
                <a:solidFill>
                  <a:srgbClr val="B8572B"/>
                </a:solidFill>
                <a:latin typeface="Arial"/>
                <a:ea typeface="Arial"/>
                <a:cs typeface="Arial"/>
              </a:defRPr>
            </a:lvl4pPr>
            <a:lvl5pPr algn="l">
              <a:defRPr sz="12450" b="1">
                <a:solidFill>
                  <a:srgbClr val="B8572B"/>
                </a:solidFill>
                <a:latin typeface="Arial"/>
                <a:ea typeface="Arial"/>
                <a:cs typeface="Arial"/>
              </a:defRPr>
            </a:lvl5pPr>
            <a:lvl6pPr algn="l">
              <a:defRPr sz="12450" b="1">
                <a:solidFill>
                  <a:srgbClr val="B8572B"/>
                </a:solidFill>
                <a:latin typeface="Arial"/>
                <a:ea typeface="Arial"/>
                <a:cs typeface="Arial"/>
              </a:defRPr>
            </a:lvl6pPr>
            <a:lvl7pPr algn="l">
              <a:defRPr sz="12450" b="1">
                <a:solidFill>
                  <a:srgbClr val="B8572B"/>
                </a:solidFill>
                <a:latin typeface="Arial"/>
                <a:ea typeface="Arial"/>
                <a:cs typeface="Arial"/>
              </a:defRPr>
            </a:lvl7pPr>
            <a:lvl8pPr algn="l">
              <a:defRPr sz="12450" b="1">
                <a:solidFill>
                  <a:srgbClr val="B8572B"/>
                </a:solidFill>
                <a:latin typeface="Arial"/>
                <a:ea typeface="Arial"/>
                <a:cs typeface="Arial"/>
              </a:defRPr>
            </a:lvl8pPr>
            <a:lvl9pPr algn="l">
              <a:defRPr sz="12450" b="1">
                <a:solidFill>
                  <a:srgbClr val="B8572B"/>
                </a:solidFill>
                <a:latin typeface="Arial"/>
                <a:ea typeface="Arial"/>
                <a:cs typeface="Arial"/>
              </a:defRPr>
            </a:lvl9pPr>
          </a:lstStyle>
          <a:p>
            <a:pPr algn="l">
              <a:defRPr sz="12450" b="1">
                <a:solidFill>
                  <a:srgbClr val="B8572B"/>
                </a:solidFill>
                <a:latin typeface="Arial"/>
                <a:ea typeface="Arial"/>
                <a:cs typeface="Arial"/>
              </a:defRPr>
            </a:pPr>
            <a:r>
              <a:rPr sz="12450" b="1">
                <a:solidFill>
                  <a:srgbClr val="B8572B"/>
                </a:solidFill>
                <a:latin typeface="Arial"/>
                <a:ea typeface="Arial"/>
                <a:cs typeface="Arial"/>
              </a:rPr>
              <a:t>03</a:t>
            </a:r>
          </a:p>
        </p:txBody>
      </p:sp>
      <p:sp>
        <p:nvSpPr>
          <p:cNvPr id="3" name="technical-title-3">
            <a:extLst>
              <a:ext uri="{FF2B5EF4-FFF2-40B4-BE49-F238E27FC236}">
                <a16:creationId xmlns:a16="http://schemas.microsoft.com/office/drawing/2014/main" id="{941348DD-8FCB-4073-A2C7-EEF59A2E7E16}"/>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algn="l">
              <a:defRPr sz="2850" b="1">
                <a:solidFill>
                  <a:srgbClr val="18352D"/>
                </a:solidFill>
                <a:latin typeface="Arial"/>
                <a:ea typeface="Arial"/>
                <a:cs typeface="Arial"/>
              </a:defRPr>
            </a:pPr>
            <a:r>
              <a:rPr sz="2850" b="1">
                <a:solidFill>
                  <a:srgbClr val="18352D"/>
                </a:solidFill>
                <a:latin typeface="Arial"/>
                <a:ea typeface="Arial"/>
                <a:cs typeface="Arial"/>
              </a:rPr>
              <a:t>APPROVAL &amp;</a:t>
            </a:r>
          </a:p>
          <a:p>
            <a:pPr algn="l">
              <a:defRPr sz="2850" b="1">
                <a:solidFill>
                  <a:srgbClr val="18352D"/>
                </a:solidFill>
                <a:latin typeface="Arial"/>
                <a:ea typeface="Arial"/>
                <a:cs typeface="Arial"/>
              </a:defRPr>
            </a:pPr>
            <a:r>
              <a:rPr sz="2850" b="1">
                <a:solidFill>
                  <a:srgbClr val="18352D"/>
                </a:solidFill>
                <a:latin typeface="Arial"/>
                <a:ea typeface="Arial"/>
                <a:cs typeface="Arial"/>
              </a:rPr>
              <a:t>DEPLOYMENT</a:t>
            </a:r>
          </a:p>
        </p:txBody>
      </p:sp>
      <p:sp>
        <p:nvSpPr>
          <p:cNvPr id="4" name="technical-role-3">
            <a:extLst>
              <a:ext uri="{FF2B5EF4-FFF2-40B4-BE49-F238E27FC236}">
                <a16:creationId xmlns:a16="http://schemas.microsoft.com/office/drawing/2014/main" id="{BA0B4208-3980-4D75-B5A0-BFE83677659E}"/>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B8572B"/>
                </a:solidFill>
                <a:latin typeface="Arial"/>
                <a:ea typeface="Arial"/>
                <a:cs typeface="Arial"/>
              </a:defRPr>
            </a:defPPr>
            <a:lvl1pPr algn="l">
              <a:defRPr sz="1500" b="1">
                <a:solidFill>
                  <a:srgbClr val="B8572B"/>
                </a:solidFill>
                <a:latin typeface="Arial"/>
                <a:ea typeface="Arial"/>
                <a:cs typeface="Arial"/>
              </a:defRPr>
            </a:lvl1pPr>
            <a:lvl2pPr algn="l">
              <a:defRPr sz="1500" b="1">
                <a:solidFill>
                  <a:srgbClr val="B8572B"/>
                </a:solidFill>
                <a:latin typeface="Arial"/>
                <a:ea typeface="Arial"/>
                <a:cs typeface="Arial"/>
              </a:defRPr>
            </a:lvl2pPr>
            <a:lvl3pPr algn="l">
              <a:defRPr sz="1500" b="1">
                <a:solidFill>
                  <a:srgbClr val="B8572B"/>
                </a:solidFill>
                <a:latin typeface="Arial"/>
                <a:ea typeface="Arial"/>
                <a:cs typeface="Arial"/>
              </a:defRPr>
            </a:lvl3pPr>
            <a:lvl4pPr algn="l">
              <a:defRPr sz="1500" b="1">
                <a:solidFill>
                  <a:srgbClr val="B8572B"/>
                </a:solidFill>
                <a:latin typeface="Arial"/>
                <a:ea typeface="Arial"/>
                <a:cs typeface="Arial"/>
              </a:defRPr>
            </a:lvl4pPr>
            <a:lvl5pPr algn="l">
              <a:defRPr sz="1500" b="1">
                <a:solidFill>
                  <a:srgbClr val="B8572B"/>
                </a:solidFill>
                <a:latin typeface="Arial"/>
                <a:ea typeface="Arial"/>
                <a:cs typeface="Arial"/>
              </a:defRPr>
            </a:lvl5pPr>
            <a:lvl6pPr algn="l">
              <a:defRPr sz="1500" b="1">
                <a:solidFill>
                  <a:srgbClr val="B8572B"/>
                </a:solidFill>
                <a:latin typeface="Arial"/>
                <a:ea typeface="Arial"/>
                <a:cs typeface="Arial"/>
              </a:defRPr>
            </a:lvl6pPr>
            <a:lvl7pPr algn="l">
              <a:defRPr sz="1500" b="1">
                <a:solidFill>
                  <a:srgbClr val="B8572B"/>
                </a:solidFill>
                <a:latin typeface="Arial"/>
                <a:ea typeface="Arial"/>
                <a:cs typeface="Arial"/>
              </a:defRPr>
            </a:lvl7pPr>
            <a:lvl8pPr algn="l">
              <a:defRPr sz="1500" b="1">
                <a:solidFill>
                  <a:srgbClr val="B8572B"/>
                </a:solidFill>
                <a:latin typeface="Arial"/>
                <a:ea typeface="Arial"/>
                <a:cs typeface="Arial"/>
              </a:defRPr>
            </a:lvl8pPr>
            <a:lvl9pPr algn="l">
              <a:defRPr sz="1500" b="1">
                <a:solidFill>
                  <a:srgbClr val="B8572B"/>
                </a:solidFill>
                <a:latin typeface="Arial"/>
                <a:ea typeface="Arial"/>
                <a:cs typeface="Arial"/>
              </a:defRPr>
            </a:lvl9pPr>
          </a:lstStyle>
          <a:p>
            <a:pPr algn="l">
              <a:defRPr sz="1500" b="1">
                <a:solidFill>
                  <a:srgbClr val="B8572B"/>
                </a:solidFill>
                <a:latin typeface="Arial"/>
                <a:ea typeface="Arial"/>
                <a:cs typeface="Arial"/>
              </a:defRPr>
            </a:pPr>
            <a:r>
              <a:rPr sz="1500" b="1">
                <a:solidFill>
                  <a:srgbClr val="B8572B"/>
                </a:solidFill>
                <a:latin typeface="Arial"/>
                <a:ea typeface="Arial"/>
                <a:cs typeface="Arial"/>
              </a:rPr>
              <a:t>GOVERNANCE &amp; EXTENSIBILITY</a:t>
            </a:r>
          </a:p>
        </p:txBody>
      </p:sp>
      <p:sp>
        <p:nvSpPr>
          <p:cNvPr id="5" name="technical-headline-3">
            <a:extLst>
              <a:ext uri="{FF2B5EF4-FFF2-40B4-BE49-F238E27FC236}">
                <a16:creationId xmlns:a16="http://schemas.microsoft.com/office/drawing/2014/main" id="{E258A434-B916-48E3-8DB5-E3B84A747EA1}"/>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algn="l">
              <a:defRPr sz="3150" b="1">
                <a:solidFill>
                  <a:srgbClr val="18352D"/>
                </a:solidFill>
                <a:latin typeface="Arial"/>
                <a:ea typeface="Arial"/>
                <a:cs typeface="Arial"/>
              </a:defRPr>
            </a:pPr>
            <a:r>
              <a:rPr sz="3150" b="1">
                <a:solidFill>
                  <a:srgbClr val="18352D"/>
                </a:solidFill>
                <a:latin typeface="Arial"/>
                <a:ea typeface="Arial"/>
                <a:cs typeface="Arial"/>
              </a:rPr>
              <a:t>Recommendations stay reviewable.</a:t>
            </a:r>
          </a:p>
        </p:txBody>
      </p:sp>
      <p:sp>
        <p:nvSpPr>
          <p:cNvPr id="6" name="technical-body-3">
            <a:extLst>
              <a:ext uri="{FF2B5EF4-FFF2-40B4-BE49-F238E27FC236}">
                <a16:creationId xmlns:a16="http://schemas.microsoft.com/office/drawing/2014/main" id="{9AAF2CBB-69DA-464B-8432-3FD3539CD533}"/>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algn="l">
              <a:defRPr sz="1950" b="0">
                <a:solidFill>
                  <a:srgbClr val="46534E"/>
                </a:solidFill>
                <a:latin typeface="Arial"/>
                <a:ea typeface="Arial"/>
                <a:cs typeface="Arial"/>
              </a:defRPr>
            </a:pPr>
            <a:r>
              <a:rPr sz="1950" b="0">
                <a:solidFill>
                  <a:srgbClr val="46534E"/>
                </a:solidFill>
                <a:latin typeface="Arial"/>
                <a:ea typeface="Arial"/>
                <a:cs typeface="Arial"/>
              </a:rPr>
              <a:t>Managers approve recommendations through role-based access controls, with actions captured in an automatic audit log. The modular API design is intended to support future plug-and-play deployment through the Orbyte shared hub.</a:t>
            </a:r>
          </a:p>
        </p:txBody>
      </p:sp>
      <p:sp>
        <p:nvSpPr>
          <p:cNvPr id="7" name="technical-page-3">
            <a:extLst>
              <a:ext uri="{FF2B5EF4-FFF2-40B4-BE49-F238E27FC236}">
                <a16:creationId xmlns:a16="http://schemas.microsoft.com/office/drawing/2014/main" id="{CD7FF338-2D48-4FBF-BF1B-C9F506EEF4D4}"/>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algn="l">
              <a:defRPr sz="1200" b="1">
                <a:solidFill>
                  <a:srgbClr val="7A8580"/>
                </a:solidFill>
                <a:latin typeface="Arial"/>
                <a:ea typeface="Arial"/>
                <a:cs typeface="Arial"/>
              </a:defRPr>
            </a:pPr>
            <a:r>
              <a:rPr sz="1200" b="1">
                <a:solidFill>
                  <a:srgbClr val="7A8580"/>
                </a:solidFill>
                <a:latin typeface="Arial"/>
                <a:ea typeface="Arial"/>
                <a:cs typeface="Arial"/>
              </a:rPr>
              <a:t>03 / 03</a:t>
            </a:r>
          </a:p>
        </p:txBody>
      </p:sp>
    </p:spTree>
    <p:extLst>
      <p:ext uri="{BB962C8B-B14F-4D97-AF65-F5344CB8AC3E}">
        <p14:creationId xmlns:p14="http://schemas.microsoft.com/office/powerpoint/2010/main" val="1358671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journey-section-1">
            <a:extLst>
              <a:ext uri="{FF2B5EF4-FFF2-40B4-BE49-F238E27FC236}">
                <a16:creationId xmlns:a16="http://schemas.microsoft.com/office/drawing/2014/main" id="{139AA838-AD9E-468D-B36F-B9742686284D}"/>
              </a:ext>
            </a:extLst>
          </p:cNvPr>
          <p:cNvSpPr>
            <a:spLocks noGrp="1"/>
          </p:cNvSpPr>
          <p:nvPr/>
        </p:nvSpPr>
        <p:spPr>
          <a:xfrm>
            <a:off x="685800" y="514350"/>
            <a:ext cx="3714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algn="l">
              <a:defRPr sz="1350" b="1">
                <a:solidFill>
                  <a:srgbClr val="63716B"/>
                </a:solidFill>
                <a:latin typeface="Arial"/>
                <a:ea typeface="Arial"/>
                <a:cs typeface="Arial"/>
              </a:defRPr>
            </a:pPr>
            <a:r>
              <a:rPr sz="1350" b="1">
                <a:solidFill>
                  <a:srgbClr val="63716B"/>
                </a:solidFill>
                <a:latin typeface="Arial"/>
                <a:ea typeface="Arial"/>
                <a:cs typeface="Arial"/>
              </a:rPr>
              <a:t>CORE AUTOMATED JOURNEY</a:t>
            </a:r>
          </a:p>
        </p:txBody>
      </p:sp>
      <p:sp>
        <p:nvSpPr>
          <p:cNvPr id="2" name="journey-number-1">
            <a:extLst>
              <a:ext uri="{FF2B5EF4-FFF2-40B4-BE49-F238E27FC236}">
                <a16:creationId xmlns:a16="http://schemas.microsoft.com/office/drawing/2014/main" id="{46D10C7B-C0DB-4568-80FF-AC75C13BAE8E}"/>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8D233D"/>
                </a:solidFill>
                <a:latin typeface="Arial"/>
                <a:ea typeface="Arial"/>
                <a:cs typeface="Arial"/>
              </a:defRPr>
            </a:defPPr>
            <a:lvl1pPr algn="l">
              <a:defRPr sz="12450" b="1">
                <a:solidFill>
                  <a:srgbClr val="8D233D"/>
                </a:solidFill>
                <a:latin typeface="Arial"/>
                <a:ea typeface="Arial"/>
                <a:cs typeface="Arial"/>
              </a:defRPr>
            </a:lvl1pPr>
            <a:lvl2pPr algn="l">
              <a:defRPr sz="12450" b="1">
                <a:solidFill>
                  <a:srgbClr val="8D233D"/>
                </a:solidFill>
                <a:latin typeface="Arial"/>
                <a:ea typeface="Arial"/>
                <a:cs typeface="Arial"/>
              </a:defRPr>
            </a:lvl2pPr>
            <a:lvl3pPr algn="l">
              <a:defRPr sz="12450" b="1">
                <a:solidFill>
                  <a:srgbClr val="8D233D"/>
                </a:solidFill>
                <a:latin typeface="Arial"/>
                <a:ea typeface="Arial"/>
                <a:cs typeface="Arial"/>
              </a:defRPr>
            </a:lvl3pPr>
            <a:lvl4pPr algn="l">
              <a:defRPr sz="12450" b="1">
                <a:solidFill>
                  <a:srgbClr val="8D233D"/>
                </a:solidFill>
                <a:latin typeface="Arial"/>
                <a:ea typeface="Arial"/>
                <a:cs typeface="Arial"/>
              </a:defRPr>
            </a:lvl4pPr>
            <a:lvl5pPr algn="l">
              <a:defRPr sz="12450" b="1">
                <a:solidFill>
                  <a:srgbClr val="8D233D"/>
                </a:solidFill>
                <a:latin typeface="Arial"/>
                <a:ea typeface="Arial"/>
                <a:cs typeface="Arial"/>
              </a:defRPr>
            </a:lvl5pPr>
            <a:lvl6pPr algn="l">
              <a:defRPr sz="12450" b="1">
                <a:solidFill>
                  <a:srgbClr val="8D233D"/>
                </a:solidFill>
                <a:latin typeface="Arial"/>
                <a:ea typeface="Arial"/>
                <a:cs typeface="Arial"/>
              </a:defRPr>
            </a:lvl6pPr>
            <a:lvl7pPr algn="l">
              <a:defRPr sz="12450" b="1">
                <a:solidFill>
                  <a:srgbClr val="8D233D"/>
                </a:solidFill>
                <a:latin typeface="Arial"/>
                <a:ea typeface="Arial"/>
                <a:cs typeface="Arial"/>
              </a:defRPr>
            </a:lvl7pPr>
            <a:lvl8pPr algn="l">
              <a:defRPr sz="12450" b="1">
                <a:solidFill>
                  <a:srgbClr val="8D233D"/>
                </a:solidFill>
                <a:latin typeface="Arial"/>
                <a:ea typeface="Arial"/>
                <a:cs typeface="Arial"/>
              </a:defRPr>
            </a:lvl8pPr>
            <a:lvl9pPr algn="l">
              <a:defRPr sz="12450" b="1">
                <a:solidFill>
                  <a:srgbClr val="8D233D"/>
                </a:solidFill>
                <a:latin typeface="Arial"/>
                <a:ea typeface="Arial"/>
                <a:cs typeface="Arial"/>
              </a:defRPr>
            </a:lvl9pPr>
          </a:lstStyle>
          <a:p>
            <a:pPr algn="l">
              <a:defRPr sz="12450" b="1">
                <a:solidFill>
                  <a:srgbClr val="8D233D"/>
                </a:solidFill>
                <a:latin typeface="Arial"/>
                <a:ea typeface="Arial"/>
                <a:cs typeface="Arial"/>
              </a:defRPr>
            </a:pPr>
            <a:r>
              <a:rPr sz="12450" b="1">
                <a:solidFill>
                  <a:srgbClr val="8D233D"/>
                </a:solidFill>
                <a:latin typeface="Arial"/>
                <a:ea typeface="Arial"/>
                <a:cs typeface="Arial"/>
              </a:rPr>
              <a:t>01</a:t>
            </a:r>
          </a:p>
        </p:txBody>
      </p:sp>
      <p:sp>
        <p:nvSpPr>
          <p:cNvPr id="3" name="journey-title-1">
            <a:extLst>
              <a:ext uri="{FF2B5EF4-FFF2-40B4-BE49-F238E27FC236}">
                <a16:creationId xmlns:a16="http://schemas.microsoft.com/office/drawing/2014/main" id="{152F16F7-663B-4FA0-A56A-78B8A496DEC1}"/>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algn="l">
              <a:defRPr sz="2850" b="1">
                <a:solidFill>
                  <a:srgbClr val="18352D"/>
                </a:solidFill>
                <a:latin typeface="Arial"/>
                <a:ea typeface="Arial"/>
                <a:cs typeface="Arial"/>
              </a:defRPr>
            </a:pPr>
            <a:r>
              <a:rPr sz="2850" b="1">
                <a:solidFill>
                  <a:srgbClr val="18352D"/>
                </a:solidFill>
                <a:latin typeface="Arial"/>
                <a:ea typeface="Arial"/>
                <a:cs typeface="Arial"/>
              </a:rPr>
              <a:t>THE</a:t>
            </a:r>
          </a:p>
          <a:p>
            <a:pPr algn="l">
              <a:defRPr sz="2850" b="1">
                <a:solidFill>
                  <a:srgbClr val="18352D"/>
                </a:solidFill>
                <a:latin typeface="Arial"/>
                <a:ea typeface="Arial"/>
                <a:cs typeface="Arial"/>
              </a:defRPr>
            </a:pPr>
            <a:r>
              <a:rPr sz="2850" b="1">
                <a:solidFill>
                  <a:srgbClr val="18352D"/>
                </a:solidFill>
                <a:latin typeface="Arial"/>
                <a:ea typeface="Arial"/>
                <a:cs typeface="Arial"/>
              </a:rPr>
              <a:t>TRIGGER</a:t>
            </a:r>
          </a:p>
        </p:txBody>
      </p:sp>
      <p:sp>
        <p:nvSpPr>
          <p:cNvPr id="4" name="journey-role-1">
            <a:extLst>
              <a:ext uri="{FF2B5EF4-FFF2-40B4-BE49-F238E27FC236}">
                <a16:creationId xmlns:a16="http://schemas.microsoft.com/office/drawing/2014/main" id="{26455B78-7946-490E-A906-1D4E2047764F}"/>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8D233D"/>
                </a:solidFill>
                <a:latin typeface="Arial"/>
                <a:ea typeface="Arial"/>
                <a:cs typeface="Arial"/>
              </a:defRPr>
            </a:defPPr>
            <a:lvl1pPr algn="l">
              <a:defRPr sz="1500" b="1">
                <a:solidFill>
                  <a:srgbClr val="8D233D"/>
                </a:solidFill>
                <a:latin typeface="Arial"/>
                <a:ea typeface="Arial"/>
                <a:cs typeface="Arial"/>
              </a:defRPr>
            </a:lvl1pPr>
            <a:lvl2pPr algn="l">
              <a:defRPr sz="1500" b="1">
                <a:solidFill>
                  <a:srgbClr val="8D233D"/>
                </a:solidFill>
                <a:latin typeface="Arial"/>
                <a:ea typeface="Arial"/>
                <a:cs typeface="Arial"/>
              </a:defRPr>
            </a:lvl2pPr>
            <a:lvl3pPr algn="l">
              <a:defRPr sz="1500" b="1">
                <a:solidFill>
                  <a:srgbClr val="8D233D"/>
                </a:solidFill>
                <a:latin typeface="Arial"/>
                <a:ea typeface="Arial"/>
                <a:cs typeface="Arial"/>
              </a:defRPr>
            </a:lvl3pPr>
            <a:lvl4pPr algn="l">
              <a:defRPr sz="1500" b="1">
                <a:solidFill>
                  <a:srgbClr val="8D233D"/>
                </a:solidFill>
                <a:latin typeface="Arial"/>
                <a:ea typeface="Arial"/>
                <a:cs typeface="Arial"/>
              </a:defRPr>
            </a:lvl4pPr>
            <a:lvl5pPr algn="l">
              <a:defRPr sz="1500" b="1">
                <a:solidFill>
                  <a:srgbClr val="8D233D"/>
                </a:solidFill>
                <a:latin typeface="Arial"/>
                <a:ea typeface="Arial"/>
                <a:cs typeface="Arial"/>
              </a:defRPr>
            </a:lvl5pPr>
            <a:lvl6pPr algn="l">
              <a:defRPr sz="1500" b="1">
                <a:solidFill>
                  <a:srgbClr val="8D233D"/>
                </a:solidFill>
                <a:latin typeface="Arial"/>
                <a:ea typeface="Arial"/>
                <a:cs typeface="Arial"/>
              </a:defRPr>
            </a:lvl6pPr>
            <a:lvl7pPr algn="l">
              <a:defRPr sz="1500" b="1">
                <a:solidFill>
                  <a:srgbClr val="8D233D"/>
                </a:solidFill>
                <a:latin typeface="Arial"/>
                <a:ea typeface="Arial"/>
                <a:cs typeface="Arial"/>
              </a:defRPr>
            </a:lvl7pPr>
            <a:lvl8pPr algn="l">
              <a:defRPr sz="1500" b="1">
                <a:solidFill>
                  <a:srgbClr val="8D233D"/>
                </a:solidFill>
                <a:latin typeface="Arial"/>
                <a:ea typeface="Arial"/>
                <a:cs typeface="Arial"/>
              </a:defRPr>
            </a:lvl8pPr>
            <a:lvl9pPr algn="l">
              <a:defRPr sz="1500" b="1">
                <a:solidFill>
                  <a:srgbClr val="8D233D"/>
                </a:solidFill>
                <a:latin typeface="Arial"/>
                <a:ea typeface="Arial"/>
                <a:cs typeface="Arial"/>
              </a:defRPr>
            </a:lvl9pPr>
          </a:lstStyle>
          <a:p>
            <a:pPr algn="l">
              <a:defRPr sz="1500" b="1">
                <a:solidFill>
                  <a:srgbClr val="8D233D"/>
                </a:solidFill>
                <a:latin typeface="Arial"/>
                <a:ea typeface="Arial"/>
                <a:cs typeface="Arial"/>
              </a:defRPr>
            </a:pPr>
            <a:r>
              <a:rPr sz="1500" b="1">
                <a:solidFill>
                  <a:srgbClr val="8D233D"/>
                </a:solidFill>
                <a:latin typeface="Arial"/>
                <a:ea typeface="Arial"/>
                <a:cs typeface="Arial"/>
              </a:rPr>
              <a:t>TRIGGER</a:t>
            </a:r>
          </a:p>
        </p:txBody>
      </p:sp>
      <p:sp>
        <p:nvSpPr>
          <p:cNvPr id="5" name="journey-headline-1">
            <a:extLst>
              <a:ext uri="{FF2B5EF4-FFF2-40B4-BE49-F238E27FC236}">
                <a16:creationId xmlns:a16="http://schemas.microsoft.com/office/drawing/2014/main" id="{D5BD35D0-D1DA-4BCE-A19A-B4D6B62A699F}"/>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algn="l">
              <a:defRPr sz="3150" b="1">
                <a:solidFill>
                  <a:srgbClr val="18352D"/>
                </a:solidFill>
                <a:latin typeface="Arial"/>
                <a:ea typeface="Arial"/>
                <a:cs typeface="Arial"/>
              </a:defRPr>
            </a:pPr>
            <a:r>
              <a:rPr sz="3150" b="1">
                <a:solidFill>
                  <a:srgbClr val="18352D"/>
                </a:solidFill>
                <a:latin typeface="Arial"/>
                <a:ea typeface="Arial"/>
                <a:cs typeface="Arial"/>
              </a:rPr>
              <a:t>Sales start the workflow.</a:t>
            </a:r>
          </a:p>
        </p:txBody>
      </p:sp>
      <p:sp>
        <p:nvSpPr>
          <p:cNvPr id="6" name="journey-body-1">
            <a:extLst>
              <a:ext uri="{FF2B5EF4-FFF2-40B4-BE49-F238E27FC236}">
                <a16:creationId xmlns:a16="http://schemas.microsoft.com/office/drawing/2014/main" id="{2248F87F-3246-4911-B36F-A4AD82F52041}"/>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algn="l">
              <a:defRPr sz="1950" b="0">
                <a:solidFill>
                  <a:srgbClr val="46534E"/>
                </a:solidFill>
                <a:latin typeface="Arial"/>
                <a:ea typeface="Arial"/>
                <a:cs typeface="Arial"/>
              </a:defRPr>
            </a:pPr>
            <a:r>
              <a:rPr sz="1950" b="0">
                <a:solidFill>
                  <a:srgbClr val="46534E"/>
                </a:solidFill>
                <a:latin typeface="Arial"/>
                <a:ea typeface="Arial"/>
                <a:cs typeface="Arial"/>
              </a:rPr>
              <a:t>The shop manager enters the day’s sales figures by selecting “Simulate Sale” in the system.</a:t>
            </a:r>
          </a:p>
        </p:txBody>
      </p:sp>
      <p:sp>
        <p:nvSpPr>
          <p:cNvPr id="7" name="journey-page-1">
            <a:extLst>
              <a:ext uri="{FF2B5EF4-FFF2-40B4-BE49-F238E27FC236}">
                <a16:creationId xmlns:a16="http://schemas.microsoft.com/office/drawing/2014/main" id="{BCE2D09C-3A5B-42C7-B9C7-2C4E7734EC2F}"/>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algn="l">
              <a:defRPr sz="1200" b="1">
                <a:solidFill>
                  <a:srgbClr val="7A8580"/>
                </a:solidFill>
                <a:latin typeface="Arial"/>
                <a:ea typeface="Arial"/>
                <a:cs typeface="Arial"/>
              </a:defRPr>
            </a:pPr>
            <a:r>
              <a:rPr sz="1200" b="1">
                <a:solidFill>
                  <a:srgbClr val="7A8580"/>
                </a:solidFill>
                <a:latin typeface="Arial"/>
                <a:ea typeface="Arial"/>
                <a:cs typeface="Arial"/>
              </a:rPr>
              <a:t>01 / 05</a:t>
            </a:r>
          </a:p>
        </p:txBody>
      </p:sp>
    </p:spTree>
    <p:extLst>
      <p:ext uri="{BB962C8B-B14F-4D97-AF65-F5344CB8AC3E}">
        <p14:creationId xmlns:p14="http://schemas.microsoft.com/office/powerpoint/2010/main" val="270252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journey-section-2">
            <a:extLst>
              <a:ext uri="{FF2B5EF4-FFF2-40B4-BE49-F238E27FC236}">
                <a16:creationId xmlns:a16="http://schemas.microsoft.com/office/drawing/2014/main" id="{EA440B60-CAF3-47AB-995A-0792380C6D78}"/>
              </a:ext>
            </a:extLst>
          </p:cNvPr>
          <p:cNvSpPr>
            <a:spLocks noGrp="1"/>
          </p:cNvSpPr>
          <p:nvPr/>
        </p:nvSpPr>
        <p:spPr>
          <a:xfrm>
            <a:off x="685800" y="514350"/>
            <a:ext cx="3714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algn="l">
              <a:defRPr sz="1350" b="1">
                <a:solidFill>
                  <a:srgbClr val="63716B"/>
                </a:solidFill>
                <a:latin typeface="Arial"/>
                <a:ea typeface="Arial"/>
                <a:cs typeface="Arial"/>
              </a:defRPr>
            </a:pPr>
            <a:r>
              <a:rPr sz="1350" b="1">
                <a:solidFill>
                  <a:srgbClr val="63716B"/>
                </a:solidFill>
                <a:latin typeface="Arial"/>
                <a:ea typeface="Arial"/>
                <a:cs typeface="Arial"/>
              </a:rPr>
              <a:t>CORE AUTOMATED JOURNEY</a:t>
            </a:r>
          </a:p>
        </p:txBody>
      </p:sp>
      <p:sp>
        <p:nvSpPr>
          <p:cNvPr id="2" name="journey-number-2">
            <a:extLst>
              <a:ext uri="{FF2B5EF4-FFF2-40B4-BE49-F238E27FC236}">
                <a16:creationId xmlns:a16="http://schemas.microsoft.com/office/drawing/2014/main" id="{3A11F8DC-A232-4B55-ADF7-E1A72136E489}"/>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A17808"/>
                </a:solidFill>
                <a:latin typeface="Arial"/>
                <a:ea typeface="Arial"/>
                <a:cs typeface="Arial"/>
              </a:defRPr>
            </a:defPPr>
            <a:lvl1pPr algn="l">
              <a:defRPr sz="12450" b="1">
                <a:solidFill>
                  <a:srgbClr val="A17808"/>
                </a:solidFill>
                <a:latin typeface="Arial"/>
                <a:ea typeface="Arial"/>
                <a:cs typeface="Arial"/>
              </a:defRPr>
            </a:lvl1pPr>
            <a:lvl2pPr algn="l">
              <a:defRPr sz="12450" b="1">
                <a:solidFill>
                  <a:srgbClr val="A17808"/>
                </a:solidFill>
                <a:latin typeface="Arial"/>
                <a:ea typeface="Arial"/>
                <a:cs typeface="Arial"/>
              </a:defRPr>
            </a:lvl2pPr>
            <a:lvl3pPr algn="l">
              <a:defRPr sz="12450" b="1">
                <a:solidFill>
                  <a:srgbClr val="A17808"/>
                </a:solidFill>
                <a:latin typeface="Arial"/>
                <a:ea typeface="Arial"/>
                <a:cs typeface="Arial"/>
              </a:defRPr>
            </a:lvl3pPr>
            <a:lvl4pPr algn="l">
              <a:defRPr sz="12450" b="1">
                <a:solidFill>
                  <a:srgbClr val="A17808"/>
                </a:solidFill>
                <a:latin typeface="Arial"/>
                <a:ea typeface="Arial"/>
                <a:cs typeface="Arial"/>
              </a:defRPr>
            </a:lvl4pPr>
            <a:lvl5pPr algn="l">
              <a:defRPr sz="12450" b="1">
                <a:solidFill>
                  <a:srgbClr val="A17808"/>
                </a:solidFill>
                <a:latin typeface="Arial"/>
                <a:ea typeface="Arial"/>
                <a:cs typeface="Arial"/>
              </a:defRPr>
            </a:lvl5pPr>
            <a:lvl6pPr algn="l">
              <a:defRPr sz="12450" b="1">
                <a:solidFill>
                  <a:srgbClr val="A17808"/>
                </a:solidFill>
                <a:latin typeface="Arial"/>
                <a:ea typeface="Arial"/>
                <a:cs typeface="Arial"/>
              </a:defRPr>
            </a:lvl6pPr>
            <a:lvl7pPr algn="l">
              <a:defRPr sz="12450" b="1">
                <a:solidFill>
                  <a:srgbClr val="A17808"/>
                </a:solidFill>
                <a:latin typeface="Arial"/>
                <a:ea typeface="Arial"/>
                <a:cs typeface="Arial"/>
              </a:defRPr>
            </a:lvl7pPr>
            <a:lvl8pPr algn="l">
              <a:defRPr sz="12450" b="1">
                <a:solidFill>
                  <a:srgbClr val="A17808"/>
                </a:solidFill>
                <a:latin typeface="Arial"/>
                <a:ea typeface="Arial"/>
                <a:cs typeface="Arial"/>
              </a:defRPr>
            </a:lvl8pPr>
            <a:lvl9pPr algn="l">
              <a:defRPr sz="12450" b="1">
                <a:solidFill>
                  <a:srgbClr val="A17808"/>
                </a:solidFill>
                <a:latin typeface="Arial"/>
                <a:ea typeface="Arial"/>
                <a:cs typeface="Arial"/>
              </a:defRPr>
            </a:lvl9pPr>
          </a:lstStyle>
          <a:p>
            <a:pPr algn="l">
              <a:defRPr sz="12450" b="1">
                <a:solidFill>
                  <a:srgbClr val="A17808"/>
                </a:solidFill>
                <a:latin typeface="Arial"/>
                <a:ea typeface="Arial"/>
                <a:cs typeface="Arial"/>
              </a:defRPr>
            </a:pPr>
            <a:r>
              <a:rPr sz="12450" b="1">
                <a:solidFill>
                  <a:srgbClr val="A17808"/>
                </a:solidFill>
                <a:latin typeface="Arial"/>
                <a:ea typeface="Arial"/>
                <a:cs typeface="Arial"/>
              </a:rPr>
              <a:t>02</a:t>
            </a:r>
          </a:p>
        </p:txBody>
      </p:sp>
      <p:sp>
        <p:nvSpPr>
          <p:cNvPr id="3" name="journey-title-2">
            <a:extLst>
              <a:ext uri="{FF2B5EF4-FFF2-40B4-BE49-F238E27FC236}">
                <a16:creationId xmlns:a16="http://schemas.microsoft.com/office/drawing/2014/main" id="{57FC6A5E-06C8-4BC5-82F7-E3B2670417E6}"/>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algn="l">
              <a:defRPr sz="2850" b="1">
                <a:solidFill>
                  <a:srgbClr val="18352D"/>
                </a:solidFill>
                <a:latin typeface="Arial"/>
                <a:ea typeface="Arial"/>
                <a:cs typeface="Arial"/>
              </a:defRPr>
            </a:pPr>
            <a:r>
              <a:rPr sz="2850" b="1">
                <a:solidFill>
                  <a:srgbClr val="18352D"/>
                </a:solidFill>
                <a:latin typeface="Arial"/>
                <a:ea typeface="Arial"/>
                <a:cs typeface="Arial"/>
              </a:rPr>
              <a:t>RECIPES &amp;</a:t>
            </a:r>
          </a:p>
          <a:p>
            <a:pPr algn="l">
              <a:defRPr sz="2850" b="1">
                <a:solidFill>
                  <a:srgbClr val="18352D"/>
                </a:solidFill>
                <a:latin typeface="Arial"/>
                <a:ea typeface="Arial"/>
                <a:cs typeface="Arial"/>
              </a:defRPr>
            </a:pPr>
            <a:r>
              <a:rPr sz="2850" b="1">
                <a:solidFill>
                  <a:srgbClr val="18352D"/>
                </a:solidFill>
                <a:latin typeface="Arial"/>
                <a:ea typeface="Arial"/>
                <a:cs typeface="Arial"/>
              </a:rPr>
              <a:t>CONTEXT</a:t>
            </a:r>
          </a:p>
        </p:txBody>
      </p:sp>
      <p:sp>
        <p:nvSpPr>
          <p:cNvPr id="4" name="journey-role-2">
            <a:extLst>
              <a:ext uri="{FF2B5EF4-FFF2-40B4-BE49-F238E27FC236}">
                <a16:creationId xmlns:a16="http://schemas.microsoft.com/office/drawing/2014/main" id="{8E8EDE75-079E-48E7-9333-12DCA3C36C75}"/>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A17808"/>
                </a:solidFill>
                <a:latin typeface="Arial"/>
                <a:ea typeface="Arial"/>
                <a:cs typeface="Arial"/>
              </a:defRPr>
            </a:defPPr>
            <a:lvl1pPr algn="l">
              <a:defRPr sz="1500" b="1">
                <a:solidFill>
                  <a:srgbClr val="A17808"/>
                </a:solidFill>
                <a:latin typeface="Arial"/>
                <a:ea typeface="Arial"/>
                <a:cs typeface="Arial"/>
              </a:defRPr>
            </a:lvl1pPr>
            <a:lvl2pPr algn="l">
              <a:defRPr sz="1500" b="1">
                <a:solidFill>
                  <a:srgbClr val="A17808"/>
                </a:solidFill>
                <a:latin typeface="Arial"/>
                <a:ea typeface="Arial"/>
                <a:cs typeface="Arial"/>
              </a:defRPr>
            </a:lvl2pPr>
            <a:lvl3pPr algn="l">
              <a:defRPr sz="1500" b="1">
                <a:solidFill>
                  <a:srgbClr val="A17808"/>
                </a:solidFill>
                <a:latin typeface="Arial"/>
                <a:ea typeface="Arial"/>
                <a:cs typeface="Arial"/>
              </a:defRPr>
            </a:lvl3pPr>
            <a:lvl4pPr algn="l">
              <a:defRPr sz="1500" b="1">
                <a:solidFill>
                  <a:srgbClr val="A17808"/>
                </a:solidFill>
                <a:latin typeface="Arial"/>
                <a:ea typeface="Arial"/>
                <a:cs typeface="Arial"/>
              </a:defRPr>
            </a:lvl4pPr>
            <a:lvl5pPr algn="l">
              <a:defRPr sz="1500" b="1">
                <a:solidFill>
                  <a:srgbClr val="A17808"/>
                </a:solidFill>
                <a:latin typeface="Arial"/>
                <a:ea typeface="Arial"/>
                <a:cs typeface="Arial"/>
              </a:defRPr>
            </a:lvl5pPr>
            <a:lvl6pPr algn="l">
              <a:defRPr sz="1500" b="1">
                <a:solidFill>
                  <a:srgbClr val="A17808"/>
                </a:solidFill>
                <a:latin typeface="Arial"/>
                <a:ea typeface="Arial"/>
                <a:cs typeface="Arial"/>
              </a:defRPr>
            </a:lvl6pPr>
            <a:lvl7pPr algn="l">
              <a:defRPr sz="1500" b="1">
                <a:solidFill>
                  <a:srgbClr val="A17808"/>
                </a:solidFill>
                <a:latin typeface="Arial"/>
                <a:ea typeface="Arial"/>
                <a:cs typeface="Arial"/>
              </a:defRPr>
            </a:lvl7pPr>
            <a:lvl8pPr algn="l">
              <a:defRPr sz="1500" b="1">
                <a:solidFill>
                  <a:srgbClr val="A17808"/>
                </a:solidFill>
                <a:latin typeface="Arial"/>
                <a:ea typeface="Arial"/>
                <a:cs typeface="Arial"/>
              </a:defRPr>
            </a:lvl8pPr>
            <a:lvl9pPr algn="l">
              <a:defRPr sz="1500" b="1">
                <a:solidFill>
                  <a:srgbClr val="A17808"/>
                </a:solidFill>
                <a:latin typeface="Arial"/>
                <a:ea typeface="Arial"/>
                <a:cs typeface="Arial"/>
              </a:defRPr>
            </a:lvl9pPr>
          </a:lstStyle>
          <a:p>
            <a:pPr algn="l">
              <a:defRPr sz="1500" b="1">
                <a:solidFill>
                  <a:srgbClr val="A17808"/>
                </a:solidFill>
                <a:latin typeface="Arial"/>
                <a:ea typeface="Arial"/>
                <a:cs typeface="Arial"/>
              </a:defRPr>
            </a:pPr>
            <a:r>
              <a:rPr sz="1500" b="1">
                <a:solidFill>
                  <a:srgbClr val="A17808"/>
                </a:solidFill>
                <a:latin typeface="Arial"/>
                <a:ea typeface="Arial"/>
                <a:cs typeface="Arial"/>
              </a:rPr>
              <a:t>DATA INPUTS</a:t>
            </a:r>
          </a:p>
        </p:txBody>
      </p:sp>
      <p:sp>
        <p:nvSpPr>
          <p:cNvPr id="5" name="journey-headline-2">
            <a:extLst>
              <a:ext uri="{FF2B5EF4-FFF2-40B4-BE49-F238E27FC236}">
                <a16:creationId xmlns:a16="http://schemas.microsoft.com/office/drawing/2014/main" id="{F70E2D8A-9B9E-48A9-B9AE-94B22F77C7A0}"/>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algn="l">
              <a:defRPr sz="3150" b="1">
                <a:solidFill>
                  <a:srgbClr val="18352D"/>
                </a:solidFill>
                <a:latin typeface="Arial"/>
                <a:ea typeface="Arial"/>
                <a:cs typeface="Arial"/>
              </a:defRPr>
            </a:pPr>
            <a:r>
              <a:rPr sz="3150" b="1">
                <a:solidFill>
                  <a:srgbClr val="18352D"/>
                </a:solidFill>
                <a:latin typeface="Arial"/>
                <a:ea typeface="Arial"/>
                <a:cs typeface="Arial"/>
              </a:rPr>
              <a:t>Recipes meet real-world context.</a:t>
            </a:r>
          </a:p>
        </p:txBody>
      </p:sp>
      <p:sp>
        <p:nvSpPr>
          <p:cNvPr id="6" name="journey-body-2">
            <a:extLst>
              <a:ext uri="{FF2B5EF4-FFF2-40B4-BE49-F238E27FC236}">
                <a16:creationId xmlns:a16="http://schemas.microsoft.com/office/drawing/2014/main" id="{30B93923-2DEB-41CB-BEC6-E71AB98D7DFD}"/>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algn="l">
              <a:defRPr sz="1950" b="0">
                <a:solidFill>
                  <a:srgbClr val="46534E"/>
                </a:solidFill>
                <a:latin typeface="Arial"/>
                <a:ea typeface="Arial"/>
                <a:cs typeface="Arial"/>
              </a:defRPr>
            </a:pPr>
            <a:r>
              <a:rPr sz="1950" b="0">
                <a:solidFill>
                  <a:srgbClr val="46534E"/>
                </a:solidFill>
                <a:latin typeface="Arial"/>
                <a:ea typeface="Arial"/>
                <a:cs typeface="Arial"/>
              </a:rPr>
              <a:t>The system uses built-in BOM recipes for 15 drinks and their standard ingredient quantities. With authorized external APIs, it can also retrieve next-day weather and holiday information.</a:t>
            </a:r>
          </a:p>
        </p:txBody>
      </p:sp>
      <p:sp>
        <p:nvSpPr>
          <p:cNvPr id="7" name="journey-page-2">
            <a:extLst>
              <a:ext uri="{FF2B5EF4-FFF2-40B4-BE49-F238E27FC236}">
                <a16:creationId xmlns:a16="http://schemas.microsoft.com/office/drawing/2014/main" id="{20C3B797-E329-4F2D-A19F-01B9F5D5CC85}"/>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algn="l">
              <a:defRPr sz="1200" b="1">
                <a:solidFill>
                  <a:srgbClr val="7A8580"/>
                </a:solidFill>
                <a:latin typeface="Arial"/>
                <a:ea typeface="Arial"/>
                <a:cs typeface="Arial"/>
              </a:defRPr>
            </a:pPr>
            <a:r>
              <a:rPr sz="1200" b="1">
                <a:solidFill>
                  <a:srgbClr val="7A8580"/>
                </a:solidFill>
                <a:latin typeface="Arial"/>
                <a:ea typeface="Arial"/>
                <a:cs typeface="Arial"/>
              </a:rPr>
              <a:t>02 / 05</a:t>
            </a:r>
          </a:p>
        </p:txBody>
      </p:sp>
    </p:spTree>
    <p:extLst>
      <p:ext uri="{BB962C8B-B14F-4D97-AF65-F5344CB8AC3E}">
        <p14:creationId xmlns:p14="http://schemas.microsoft.com/office/powerpoint/2010/main" val="68853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journey-section-3">
            <a:extLst>
              <a:ext uri="{FF2B5EF4-FFF2-40B4-BE49-F238E27FC236}">
                <a16:creationId xmlns:a16="http://schemas.microsoft.com/office/drawing/2014/main" id="{214EE1B9-B433-4225-91CE-B7AB37E3363A}"/>
              </a:ext>
            </a:extLst>
          </p:cNvPr>
          <p:cNvSpPr>
            <a:spLocks noGrp="1"/>
          </p:cNvSpPr>
          <p:nvPr/>
        </p:nvSpPr>
        <p:spPr>
          <a:xfrm>
            <a:off x="685800" y="514350"/>
            <a:ext cx="3714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algn="l">
              <a:defRPr sz="1350" b="1">
                <a:solidFill>
                  <a:srgbClr val="63716B"/>
                </a:solidFill>
                <a:latin typeface="Arial"/>
                <a:ea typeface="Arial"/>
                <a:cs typeface="Arial"/>
              </a:defRPr>
            </a:pPr>
            <a:r>
              <a:rPr sz="1350" b="1">
                <a:solidFill>
                  <a:srgbClr val="63716B"/>
                </a:solidFill>
                <a:latin typeface="Arial"/>
                <a:ea typeface="Arial"/>
                <a:cs typeface="Arial"/>
              </a:rPr>
              <a:t>CORE AUTOMATED JOURNEY</a:t>
            </a:r>
          </a:p>
        </p:txBody>
      </p:sp>
      <p:sp>
        <p:nvSpPr>
          <p:cNvPr id="2" name="journey-number-3">
            <a:extLst>
              <a:ext uri="{FF2B5EF4-FFF2-40B4-BE49-F238E27FC236}">
                <a16:creationId xmlns:a16="http://schemas.microsoft.com/office/drawing/2014/main" id="{FFC1DF44-0FA8-4CBB-9039-F4652E4A8F73}"/>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B8572B"/>
                </a:solidFill>
                <a:latin typeface="Arial"/>
                <a:ea typeface="Arial"/>
                <a:cs typeface="Arial"/>
              </a:defRPr>
            </a:defPPr>
            <a:lvl1pPr algn="l">
              <a:defRPr sz="12450" b="1">
                <a:solidFill>
                  <a:srgbClr val="B8572B"/>
                </a:solidFill>
                <a:latin typeface="Arial"/>
                <a:ea typeface="Arial"/>
                <a:cs typeface="Arial"/>
              </a:defRPr>
            </a:lvl1pPr>
            <a:lvl2pPr algn="l">
              <a:defRPr sz="12450" b="1">
                <a:solidFill>
                  <a:srgbClr val="B8572B"/>
                </a:solidFill>
                <a:latin typeface="Arial"/>
                <a:ea typeface="Arial"/>
                <a:cs typeface="Arial"/>
              </a:defRPr>
            </a:lvl2pPr>
            <a:lvl3pPr algn="l">
              <a:defRPr sz="12450" b="1">
                <a:solidFill>
                  <a:srgbClr val="B8572B"/>
                </a:solidFill>
                <a:latin typeface="Arial"/>
                <a:ea typeface="Arial"/>
                <a:cs typeface="Arial"/>
              </a:defRPr>
            </a:lvl3pPr>
            <a:lvl4pPr algn="l">
              <a:defRPr sz="12450" b="1">
                <a:solidFill>
                  <a:srgbClr val="B8572B"/>
                </a:solidFill>
                <a:latin typeface="Arial"/>
                <a:ea typeface="Arial"/>
                <a:cs typeface="Arial"/>
              </a:defRPr>
            </a:lvl4pPr>
            <a:lvl5pPr algn="l">
              <a:defRPr sz="12450" b="1">
                <a:solidFill>
                  <a:srgbClr val="B8572B"/>
                </a:solidFill>
                <a:latin typeface="Arial"/>
                <a:ea typeface="Arial"/>
                <a:cs typeface="Arial"/>
              </a:defRPr>
            </a:lvl5pPr>
            <a:lvl6pPr algn="l">
              <a:defRPr sz="12450" b="1">
                <a:solidFill>
                  <a:srgbClr val="B8572B"/>
                </a:solidFill>
                <a:latin typeface="Arial"/>
                <a:ea typeface="Arial"/>
                <a:cs typeface="Arial"/>
              </a:defRPr>
            </a:lvl6pPr>
            <a:lvl7pPr algn="l">
              <a:defRPr sz="12450" b="1">
                <a:solidFill>
                  <a:srgbClr val="B8572B"/>
                </a:solidFill>
                <a:latin typeface="Arial"/>
                <a:ea typeface="Arial"/>
                <a:cs typeface="Arial"/>
              </a:defRPr>
            </a:lvl7pPr>
            <a:lvl8pPr algn="l">
              <a:defRPr sz="12450" b="1">
                <a:solidFill>
                  <a:srgbClr val="B8572B"/>
                </a:solidFill>
                <a:latin typeface="Arial"/>
                <a:ea typeface="Arial"/>
                <a:cs typeface="Arial"/>
              </a:defRPr>
            </a:lvl8pPr>
            <a:lvl9pPr algn="l">
              <a:defRPr sz="12450" b="1">
                <a:solidFill>
                  <a:srgbClr val="B8572B"/>
                </a:solidFill>
                <a:latin typeface="Arial"/>
                <a:ea typeface="Arial"/>
                <a:cs typeface="Arial"/>
              </a:defRPr>
            </a:lvl9pPr>
          </a:lstStyle>
          <a:p>
            <a:pPr algn="l">
              <a:defRPr sz="12450" b="1">
                <a:solidFill>
                  <a:srgbClr val="B8572B"/>
                </a:solidFill>
                <a:latin typeface="Arial"/>
                <a:ea typeface="Arial"/>
                <a:cs typeface="Arial"/>
              </a:defRPr>
            </a:pPr>
            <a:r>
              <a:rPr sz="12450" b="1">
                <a:solidFill>
                  <a:srgbClr val="B8572B"/>
                </a:solidFill>
                <a:latin typeface="Arial"/>
                <a:ea typeface="Arial"/>
                <a:cs typeface="Arial"/>
              </a:rPr>
              <a:t>03</a:t>
            </a:r>
          </a:p>
        </p:txBody>
      </p:sp>
      <p:sp>
        <p:nvSpPr>
          <p:cNvPr id="3" name="journey-title-3">
            <a:extLst>
              <a:ext uri="{FF2B5EF4-FFF2-40B4-BE49-F238E27FC236}">
                <a16:creationId xmlns:a16="http://schemas.microsoft.com/office/drawing/2014/main" id="{E8756DDB-B09C-4ED9-B10B-F3ED34C7E204}"/>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algn="l">
              <a:defRPr sz="2850" b="1">
                <a:solidFill>
                  <a:srgbClr val="18352D"/>
                </a:solidFill>
                <a:latin typeface="Arial"/>
                <a:ea typeface="Arial"/>
                <a:cs typeface="Arial"/>
              </a:defRPr>
            </a:pPr>
            <a:r>
              <a:rPr sz="2850" b="1">
                <a:solidFill>
                  <a:srgbClr val="18352D"/>
                </a:solidFill>
                <a:latin typeface="Arial"/>
                <a:ea typeface="Arial"/>
                <a:cs typeface="Arial"/>
              </a:rPr>
              <a:t>REPLENISHMENT</a:t>
            </a:r>
          </a:p>
          <a:p>
            <a:pPr algn="l">
              <a:defRPr sz="2850" b="1">
                <a:solidFill>
                  <a:srgbClr val="18352D"/>
                </a:solidFill>
                <a:latin typeface="Arial"/>
                <a:ea typeface="Arial"/>
                <a:cs typeface="Arial"/>
              </a:defRPr>
            </a:pPr>
            <a:r>
              <a:rPr sz="2850" b="1">
                <a:solidFill>
                  <a:srgbClr val="18352D"/>
                </a:solidFill>
                <a:latin typeface="Arial"/>
                <a:ea typeface="Arial"/>
                <a:cs typeface="Arial"/>
              </a:rPr>
              <a:t>LOGIC</a:t>
            </a:r>
          </a:p>
        </p:txBody>
      </p:sp>
      <p:sp>
        <p:nvSpPr>
          <p:cNvPr id="4" name="journey-role-3">
            <a:extLst>
              <a:ext uri="{FF2B5EF4-FFF2-40B4-BE49-F238E27FC236}">
                <a16:creationId xmlns:a16="http://schemas.microsoft.com/office/drawing/2014/main" id="{4D62201D-297E-498E-A1FF-E6DEAD31DE46}"/>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B8572B"/>
                </a:solidFill>
                <a:latin typeface="Arial"/>
                <a:ea typeface="Arial"/>
                <a:cs typeface="Arial"/>
              </a:defRPr>
            </a:defPPr>
            <a:lvl1pPr algn="l">
              <a:defRPr sz="1500" b="1">
                <a:solidFill>
                  <a:srgbClr val="B8572B"/>
                </a:solidFill>
                <a:latin typeface="Arial"/>
                <a:ea typeface="Arial"/>
                <a:cs typeface="Arial"/>
              </a:defRPr>
            </a:lvl1pPr>
            <a:lvl2pPr algn="l">
              <a:defRPr sz="1500" b="1">
                <a:solidFill>
                  <a:srgbClr val="B8572B"/>
                </a:solidFill>
                <a:latin typeface="Arial"/>
                <a:ea typeface="Arial"/>
                <a:cs typeface="Arial"/>
              </a:defRPr>
            </a:lvl2pPr>
            <a:lvl3pPr algn="l">
              <a:defRPr sz="1500" b="1">
                <a:solidFill>
                  <a:srgbClr val="B8572B"/>
                </a:solidFill>
                <a:latin typeface="Arial"/>
                <a:ea typeface="Arial"/>
                <a:cs typeface="Arial"/>
              </a:defRPr>
            </a:lvl3pPr>
            <a:lvl4pPr algn="l">
              <a:defRPr sz="1500" b="1">
                <a:solidFill>
                  <a:srgbClr val="B8572B"/>
                </a:solidFill>
                <a:latin typeface="Arial"/>
                <a:ea typeface="Arial"/>
                <a:cs typeface="Arial"/>
              </a:defRPr>
            </a:lvl4pPr>
            <a:lvl5pPr algn="l">
              <a:defRPr sz="1500" b="1">
                <a:solidFill>
                  <a:srgbClr val="B8572B"/>
                </a:solidFill>
                <a:latin typeface="Arial"/>
                <a:ea typeface="Arial"/>
                <a:cs typeface="Arial"/>
              </a:defRPr>
            </a:lvl5pPr>
            <a:lvl6pPr algn="l">
              <a:defRPr sz="1500" b="1">
                <a:solidFill>
                  <a:srgbClr val="B8572B"/>
                </a:solidFill>
                <a:latin typeface="Arial"/>
                <a:ea typeface="Arial"/>
                <a:cs typeface="Arial"/>
              </a:defRPr>
            </a:lvl6pPr>
            <a:lvl7pPr algn="l">
              <a:defRPr sz="1500" b="1">
                <a:solidFill>
                  <a:srgbClr val="B8572B"/>
                </a:solidFill>
                <a:latin typeface="Arial"/>
                <a:ea typeface="Arial"/>
                <a:cs typeface="Arial"/>
              </a:defRPr>
            </a:lvl7pPr>
            <a:lvl8pPr algn="l">
              <a:defRPr sz="1500" b="1">
                <a:solidFill>
                  <a:srgbClr val="B8572B"/>
                </a:solidFill>
                <a:latin typeface="Arial"/>
                <a:ea typeface="Arial"/>
                <a:cs typeface="Arial"/>
              </a:defRPr>
            </a:lvl8pPr>
            <a:lvl9pPr algn="l">
              <a:defRPr sz="1500" b="1">
                <a:solidFill>
                  <a:srgbClr val="B8572B"/>
                </a:solidFill>
                <a:latin typeface="Arial"/>
                <a:ea typeface="Arial"/>
                <a:cs typeface="Arial"/>
              </a:defRPr>
            </a:lvl9pPr>
          </a:lstStyle>
          <a:p>
            <a:pPr algn="l">
              <a:defRPr sz="1500" b="1">
                <a:solidFill>
                  <a:srgbClr val="B8572B"/>
                </a:solidFill>
                <a:latin typeface="Arial"/>
                <a:ea typeface="Arial"/>
                <a:cs typeface="Arial"/>
              </a:defRPr>
            </a:pPr>
            <a:r>
              <a:rPr sz="1500" b="1">
                <a:solidFill>
                  <a:srgbClr val="B8572B"/>
                </a:solidFill>
                <a:latin typeface="Arial"/>
                <a:ea typeface="Arial"/>
                <a:cs typeface="Arial"/>
              </a:rPr>
              <a:t>CALCULATION</a:t>
            </a:r>
          </a:p>
        </p:txBody>
      </p:sp>
      <p:sp>
        <p:nvSpPr>
          <p:cNvPr id="5" name="journey-headline-3">
            <a:extLst>
              <a:ext uri="{FF2B5EF4-FFF2-40B4-BE49-F238E27FC236}">
                <a16:creationId xmlns:a16="http://schemas.microsoft.com/office/drawing/2014/main" id="{79CB417A-B6EA-4720-96CA-5675FF372F13}"/>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algn="l">
              <a:defRPr sz="3150" b="1">
                <a:solidFill>
                  <a:srgbClr val="18352D"/>
                </a:solidFill>
                <a:latin typeface="Arial"/>
                <a:ea typeface="Arial"/>
                <a:cs typeface="Arial"/>
              </a:defRPr>
            </a:pPr>
            <a:r>
              <a:rPr sz="3150" b="1">
                <a:solidFill>
                  <a:srgbClr val="18352D"/>
                </a:solidFill>
                <a:latin typeface="Arial"/>
                <a:ea typeface="Arial"/>
                <a:cs typeface="Arial"/>
              </a:rPr>
              <a:t>Calculate needs and check stock.</a:t>
            </a:r>
          </a:p>
        </p:txBody>
      </p:sp>
      <p:sp>
        <p:nvSpPr>
          <p:cNvPr id="6" name="journey-body-3">
            <a:extLst>
              <a:ext uri="{FF2B5EF4-FFF2-40B4-BE49-F238E27FC236}">
                <a16:creationId xmlns:a16="http://schemas.microsoft.com/office/drawing/2014/main" id="{5E03907C-5959-4CE3-8562-5A2962C7EDD0}"/>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algn="l">
              <a:defRPr sz="1950" b="0">
                <a:solidFill>
                  <a:srgbClr val="46534E"/>
                </a:solidFill>
                <a:latin typeface="Arial"/>
                <a:ea typeface="Arial"/>
                <a:cs typeface="Arial"/>
              </a:defRPr>
            </a:pPr>
            <a:r>
              <a:rPr sz="1950" b="0">
                <a:solidFill>
                  <a:srgbClr val="46534E"/>
                </a:solidFill>
                <a:latin typeface="Arial"/>
                <a:ea typeface="Arial"/>
                <a:cs typeface="Arial"/>
              </a:rPr>
              <a:t>Weather and special-holiday foot traffic inform replenishment quantities. The system deducts ingredients for recorded sales and checks whether remaining stock has fallen below the safety threshold.</a:t>
            </a:r>
          </a:p>
        </p:txBody>
      </p:sp>
      <p:sp>
        <p:nvSpPr>
          <p:cNvPr id="7" name="journey-page-3">
            <a:extLst>
              <a:ext uri="{FF2B5EF4-FFF2-40B4-BE49-F238E27FC236}">
                <a16:creationId xmlns:a16="http://schemas.microsoft.com/office/drawing/2014/main" id="{0C7EF93B-6530-48AC-B13C-F5ED16C3DC8F}"/>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algn="l">
              <a:defRPr sz="1200" b="1">
                <a:solidFill>
                  <a:srgbClr val="7A8580"/>
                </a:solidFill>
                <a:latin typeface="Arial"/>
                <a:ea typeface="Arial"/>
                <a:cs typeface="Arial"/>
              </a:defRPr>
            </a:pPr>
            <a:r>
              <a:rPr sz="1200" b="1">
                <a:solidFill>
                  <a:srgbClr val="7A8580"/>
                </a:solidFill>
                <a:latin typeface="Arial"/>
                <a:ea typeface="Arial"/>
                <a:cs typeface="Arial"/>
              </a:rPr>
              <a:t>03 / 05</a:t>
            </a:r>
          </a:p>
        </p:txBody>
      </p:sp>
    </p:spTree>
    <p:extLst>
      <p:ext uri="{BB962C8B-B14F-4D97-AF65-F5344CB8AC3E}">
        <p14:creationId xmlns:p14="http://schemas.microsoft.com/office/powerpoint/2010/main" val="1184024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journey-section-4">
            <a:extLst>
              <a:ext uri="{FF2B5EF4-FFF2-40B4-BE49-F238E27FC236}">
                <a16:creationId xmlns:a16="http://schemas.microsoft.com/office/drawing/2014/main" id="{3D913C52-B3EB-4E30-AF99-21865908FCB7}"/>
              </a:ext>
            </a:extLst>
          </p:cNvPr>
          <p:cNvSpPr>
            <a:spLocks noGrp="1"/>
          </p:cNvSpPr>
          <p:nvPr/>
        </p:nvSpPr>
        <p:spPr>
          <a:xfrm>
            <a:off x="685800" y="514350"/>
            <a:ext cx="3714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algn="l">
              <a:defRPr sz="1350" b="1">
                <a:solidFill>
                  <a:srgbClr val="63716B"/>
                </a:solidFill>
                <a:latin typeface="Arial"/>
                <a:ea typeface="Arial"/>
                <a:cs typeface="Arial"/>
              </a:defRPr>
            </a:pPr>
            <a:r>
              <a:rPr sz="1350" b="1">
                <a:solidFill>
                  <a:srgbClr val="63716B"/>
                </a:solidFill>
                <a:latin typeface="Arial"/>
                <a:ea typeface="Arial"/>
                <a:cs typeface="Arial"/>
              </a:rPr>
              <a:t>CORE AUTOMATED JOURNEY</a:t>
            </a:r>
          </a:p>
        </p:txBody>
      </p:sp>
      <p:sp>
        <p:nvSpPr>
          <p:cNvPr id="2" name="journey-number-4">
            <a:extLst>
              <a:ext uri="{FF2B5EF4-FFF2-40B4-BE49-F238E27FC236}">
                <a16:creationId xmlns:a16="http://schemas.microsoft.com/office/drawing/2014/main" id="{60C8E022-DD8D-4401-82EB-5BAAC7E55CC0}"/>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357258"/>
                </a:solidFill>
                <a:latin typeface="Arial"/>
                <a:ea typeface="Arial"/>
                <a:cs typeface="Arial"/>
              </a:defRPr>
            </a:defPPr>
            <a:lvl1pPr algn="l">
              <a:defRPr sz="12450" b="1">
                <a:solidFill>
                  <a:srgbClr val="357258"/>
                </a:solidFill>
                <a:latin typeface="Arial"/>
                <a:ea typeface="Arial"/>
                <a:cs typeface="Arial"/>
              </a:defRPr>
            </a:lvl1pPr>
            <a:lvl2pPr algn="l">
              <a:defRPr sz="12450" b="1">
                <a:solidFill>
                  <a:srgbClr val="357258"/>
                </a:solidFill>
                <a:latin typeface="Arial"/>
                <a:ea typeface="Arial"/>
                <a:cs typeface="Arial"/>
              </a:defRPr>
            </a:lvl2pPr>
            <a:lvl3pPr algn="l">
              <a:defRPr sz="12450" b="1">
                <a:solidFill>
                  <a:srgbClr val="357258"/>
                </a:solidFill>
                <a:latin typeface="Arial"/>
                <a:ea typeface="Arial"/>
                <a:cs typeface="Arial"/>
              </a:defRPr>
            </a:lvl3pPr>
            <a:lvl4pPr algn="l">
              <a:defRPr sz="12450" b="1">
                <a:solidFill>
                  <a:srgbClr val="357258"/>
                </a:solidFill>
                <a:latin typeface="Arial"/>
                <a:ea typeface="Arial"/>
                <a:cs typeface="Arial"/>
              </a:defRPr>
            </a:lvl4pPr>
            <a:lvl5pPr algn="l">
              <a:defRPr sz="12450" b="1">
                <a:solidFill>
                  <a:srgbClr val="357258"/>
                </a:solidFill>
                <a:latin typeface="Arial"/>
                <a:ea typeface="Arial"/>
                <a:cs typeface="Arial"/>
              </a:defRPr>
            </a:lvl5pPr>
            <a:lvl6pPr algn="l">
              <a:defRPr sz="12450" b="1">
                <a:solidFill>
                  <a:srgbClr val="357258"/>
                </a:solidFill>
                <a:latin typeface="Arial"/>
                <a:ea typeface="Arial"/>
                <a:cs typeface="Arial"/>
              </a:defRPr>
            </a:lvl6pPr>
            <a:lvl7pPr algn="l">
              <a:defRPr sz="12450" b="1">
                <a:solidFill>
                  <a:srgbClr val="357258"/>
                </a:solidFill>
                <a:latin typeface="Arial"/>
                <a:ea typeface="Arial"/>
                <a:cs typeface="Arial"/>
              </a:defRPr>
            </a:lvl7pPr>
            <a:lvl8pPr algn="l">
              <a:defRPr sz="12450" b="1">
                <a:solidFill>
                  <a:srgbClr val="357258"/>
                </a:solidFill>
                <a:latin typeface="Arial"/>
                <a:ea typeface="Arial"/>
                <a:cs typeface="Arial"/>
              </a:defRPr>
            </a:lvl8pPr>
            <a:lvl9pPr algn="l">
              <a:defRPr sz="12450" b="1">
                <a:solidFill>
                  <a:srgbClr val="357258"/>
                </a:solidFill>
                <a:latin typeface="Arial"/>
                <a:ea typeface="Arial"/>
                <a:cs typeface="Arial"/>
              </a:defRPr>
            </a:lvl9pPr>
          </a:lstStyle>
          <a:p>
            <a:pPr algn="l">
              <a:defRPr sz="12450" b="1">
                <a:solidFill>
                  <a:srgbClr val="357258"/>
                </a:solidFill>
                <a:latin typeface="Arial"/>
                <a:ea typeface="Arial"/>
                <a:cs typeface="Arial"/>
              </a:defRPr>
            </a:pPr>
            <a:r>
              <a:rPr sz="12450" b="1">
                <a:solidFill>
                  <a:srgbClr val="357258"/>
                </a:solidFill>
                <a:latin typeface="Arial"/>
                <a:ea typeface="Arial"/>
                <a:cs typeface="Arial"/>
              </a:rPr>
              <a:t>04</a:t>
            </a:r>
          </a:p>
        </p:txBody>
      </p:sp>
      <p:sp>
        <p:nvSpPr>
          <p:cNvPr id="3" name="journey-title-4">
            <a:extLst>
              <a:ext uri="{FF2B5EF4-FFF2-40B4-BE49-F238E27FC236}">
                <a16:creationId xmlns:a16="http://schemas.microsoft.com/office/drawing/2014/main" id="{ED8FFFAA-7CB5-4FDC-B72A-BBCAAD7A7096}"/>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algn="l">
              <a:defRPr sz="2850" b="1">
                <a:solidFill>
                  <a:srgbClr val="18352D"/>
                </a:solidFill>
                <a:latin typeface="Arial"/>
                <a:ea typeface="Arial"/>
                <a:cs typeface="Arial"/>
              </a:defRPr>
            </a:pPr>
            <a:r>
              <a:rPr sz="2850" b="1">
                <a:solidFill>
                  <a:srgbClr val="18352D"/>
                </a:solidFill>
                <a:latin typeface="Arial"/>
                <a:ea typeface="Arial"/>
                <a:cs typeface="Arial"/>
              </a:rPr>
              <a:t>MANAGER</a:t>
            </a:r>
          </a:p>
          <a:p>
            <a:pPr algn="l">
              <a:defRPr sz="2850" b="1">
                <a:solidFill>
                  <a:srgbClr val="18352D"/>
                </a:solidFill>
                <a:latin typeface="Arial"/>
                <a:ea typeface="Arial"/>
                <a:cs typeface="Arial"/>
              </a:defRPr>
            </a:pPr>
            <a:r>
              <a:rPr sz="2850" b="1">
                <a:solidFill>
                  <a:srgbClr val="18352D"/>
                </a:solidFill>
                <a:latin typeface="Arial"/>
                <a:ea typeface="Arial"/>
                <a:cs typeface="Arial"/>
              </a:rPr>
              <a:t>APPROVAL</a:t>
            </a:r>
          </a:p>
        </p:txBody>
      </p:sp>
      <p:sp>
        <p:nvSpPr>
          <p:cNvPr id="4" name="journey-role-4">
            <a:extLst>
              <a:ext uri="{FF2B5EF4-FFF2-40B4-BE49-F238E27FC236}">
                <a16:creationId xmlns:a16="http://schemas.microsoft.com/office/drawing/2014/main" id="{EF7DA5C4-74D6-48A0-8785-DB7B4E8EF8A7}"/>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357258"/>
                </a:solidFill>
                <a:latin typeface="Arial"/>
                <a:ea typeface="Arial"/>
                <a:cs typeface="Arial"/>
              </a:defRPr>
            </a:defPPr>
            <a:lvl1pPr algn="l">
              <a:defRPr sz="1500" b="1">
                <a:solidFill>
                  <a:srgbClr val="357258"/>
                </a:solidFill>
                <a:latin typeface="Arial"/>
                <a:ea typeface="Arial"/>
                <a:cs typeface="Arial"/>
              </a:defRPr>
            </a:lvl1pPr>
            <a:lvl2pPr algn="l">
              <a:defRPr sz="1500" b="1">
                <a:solidFill>
                  <a:srgbClr val="357258"/>
                </a:solidFill>
                <a:latin typeface="Arial"/>
                <a:ea typeface="Arial"/>
                <a:cs typeface="Arial"/>
              </a:defRPr>
            </a:lvl2pPr>
            <a:lvl3pPr algn="l">
              <a:defRPr sz="1500" b="1">
                <a:solidFill>
                  <a:srgbClr val="357258"/>
                </a:solidFill>
                <a:latin typeface="Arial"/>
                <a:ea typeface="Arial"/>
                <a:cs typeface="Arial"/>
              </a:defRPr>
            </a:lvl3pPr>
            <a:lvl4pPr algn="l">
              <a:defRPr sz="1500" b="1">
                <a:solidFill>
                  <a:srgbClr val="357258"/>
                </a:solidFill>
                <a:latin typeface="Arial"/>
                <a:ea typeface="Arial"/>
                <a:cs typeface="Arial"/>
              </a:defRPr>
            </a:lvl4pPr>
            <a:lvl5pPr algn="l">
              <a:defRPr sz="1500" b="1">
                <a:solidFill>
                  <a:srgbClr val="357258"/>
                </a:solidFill>
                <a:latin typeface="Arial"/>
                <a:ea typeface="Arial"/>
                <a:cs typeface="Arial"/>
              </a:defRPr>
            </a:lvl5pPr>
            <a:lvl6pPr algn="l">
              <a:defRPr sz="1500" b="1">
                <a:solidFill>
                  <a:srgbClr val="357258"/>
                </a:solidFill>
                <a:latin typeface="Arial"/>
                <a:ea typeface="Arial"/>
                <a:cs typeface="Arial"/>
              </a:defRPr>
            </a:lvl6pPr>
            <a:lvl7pPr algn="l">
              <a:defRPr sz="1500" b="1">
                <a:solidFill>
                  <a:srgbClr val="357258"/>
                </a:solidFill>
                <a:latin typeface="Arial"/>
                <a:ea typeface="Arial"/>
                <a:cs typeface="Arial"/>
              </a:defRPr>
            </a:lvl7pPr>
            <a:lvl8pPr algn="l">
              <a:defRPr sz="1500" b="1">
                <a:solidFill>
                  <a:srgbClr val="357258"/>
                </a:solidFill>
                <a:latin typeface="Arial"/>
                <a:ea typeface="Arial"/>
                <a:cs typeface="Arial"/>
              </a:defRPr>
            </a:lvl8pPr>
            <a:lvl9pPr algn="l">
              <a:defRPr sz="1500" b="1">
                <a:solidFill>
                  <a:srgbClr val="357258"/>
                </a:solidFill>
                <a:latin typeface="Arial"/>
                <a:ea typeface="Arial"/>
                <a:cs typeface="Arial"/>
              </a:defRPr>
            </a:lvl9pPr>
          </a:lstStyle>
          <a:p>
            <a:pPr algn="l">
              <a:defRPr sz="1500" b="1">
                <a:solidFill>
                  <a:srgbClr val="357258"/>
                </a:solidFill>
                <a:latin typeface="Arial"/>
                <a:ea typeface="Arial"/>
                <a:cs typeface="Arial"/>
              </a:defRPr>
            </a:pPr>
            <a:r>
              <a:rPr sz="1500" b="1">
                <a:solidFill>
                  <a:srgbClr val="357258"/>
                </a:solidFill>
                <a:latin typeface="Arial"/>
                <a:ea typeface="Arial"/>
                <a:cs typeface="Arial"/>
              </a:rPr>
              <a:t>HUMAN REVIEW</a:t>
            </a:r>
          </a:p>
        </p:txBody>
      </p:sp>
      <p:sp>
        <p:nvSpPr>
          <p:cNvPr id="5" name="journey-headline-4">
            <a:extLst>
              <a:ext uri="{FF2B5EF4-FFF2-40B4-BE49-F238E27FC236}">
                <a16:creationId xmlns:a16="http://schemas.microsoft.com/office/drawing/2014/main" id="{05C02CF5-C064-4E1F-B647-54ADE860D2D3}"/>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algn="l">
              <a:defRPr sz="3150" b="1">
                <a:solidFill>
                  <a:srgbClr val="18352D"/>
                </a:solidFill>
                <a:latin typeface="Arial"/>
                <a:ea typeface="Arial"/>
                <a:cs typeface="Arial"/>
              </a:defRPr>
            </a:pPr>
            <a:r>
              <a:rPr sz="3150" b="1">
                <a:solidFill>
                  <a:srgbClr val="18352D"/>
                </a:solidFill>
                <a:latin typeface="Arial"/>
                <a:ea typeface="Arial"/>
                <a:cs typeface="Arial"/>
              </a:rPr>
              <a:t>AI suggests. The manager decides.</a:t>
            </a:r>
          </a:p>
        </p:txBody>
      </p:sp>
      <p:sp>
        <p:nvSpPr>
          <p:cNvPr id="6" name="journey-body-4">
            <a:extLst>
              <a:ext uri="{FF2B5EF4-FFF2-40B4-BE49-F238E27FC236}">
                <a16:creationId xmlns:a16="http://schemas.microsoft.com/office/drawing/2014/main" id="{9DA31C5E-E58E-48CF-BEE7-7D46FA413936}"/>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algn="l">
              <a:defRPr sz="1950" b="0">
                <a:solidFill>
                  <a:srgbClr val="46534E"/>
                </a:solidFill>
                <a:latin typeface="Arial"/>
                <a:ea typeface="Arial"/>
                <a:cs typeface="Arial"/>
              </a:defRPr>
            </a:pPr>
            <a:r>
              <a:rPr sz="1950" b="0">
                <a:solidFill>
                  <a:srgbClr val="46534E"/>
                </a:solidFill>
                <a:latin typeface="Arial"/>
                <a:ea typeface="Arial"/>
                <a:cs typeface="Arial"/>
              </a:rPr>
              <a:t>Recommendations appear after the manager selects “Calculate Suggestions.” The manager reviews them and can choose “Manager Approved — Create Order” to approve the purchase.</a:t>
            </a:r>
          </a:p>
        </p:txBody>
      </p:sp>
      <p:sp>
        <p:nvSpPr>
          <p:cNvPr id="7" name="journey-page-4">
            <a:extLst>
              <a:ext uri="{FF2B5EF4-FFF2-40B4-BE49-F238E27FC236}">
                <a16:creationId xmlns:a16="http://schemas.microsoft.com/office/drawing/2014/main" id="{1180EBF9-8A76-4C44-ACD3-AA4A22BDE0F7}"/>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algn="l">
              <a:defRPr sz="1200" b="1">
                <a:solidFill>
                  <a:srgbClr val="7A8580"/>
                </a:solidFill>
                <a:latin typeface="Arial"/>
                <a:ea typeface="Arial"/>
                <a:cs typeface="Arial"/>
              </a:defRPr>
            </a:pPr>
            <a:r>
              <a:rPr sz="1200" b="1">
                <a:solidFill>
                  <a:srgbClr val="7A8580"/>
                </a:solidFill>
                <a:latin typeface="Arial"/>
                <a:ea typeface="Arial"/>
                <a:cs typeface="Arial"/>
              </a:rPr>
              <a:t>04 / 05</a:t>
            </a:r>
          </a:p>
        </p:txBody>
      </p:sp>
    </p:spTree>
    <p:extLst>
      <p:ext uri="{BB962C8B-B14F-4D97-AF65-F5344CB8AC3E}">
        <p14:creationId xmlns:p14="http://schemas.microsoft.com/office/powerpoint/2010/main" val="894971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journey-section-5">
            <a:extLst>
              <a:ext uri="{FF2B5EF4-FFF2-40B4-BE49-F238E27FC236}">
                <a16:creationId xmlns:a16="http://schemas.microsoft.com/office/drawing/2014/main" id="{8DC3B8E9-6E5D-4D90-9791-B4937583FAA9}"/>
              </a:ext>
            </a:extLst>
          </p:cNvPr>
          <p:cNvSpPr>
            <a:spLocks noGrp="1"/>
          </p:cNvSpPr>
          <p:nvPr/>
        </p:nvSpPr>
        <p:spPr>
          <a:xfrm>
            <a:off x="685800" y="514350"/>
            <a:ext cx="3714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algn="l">
              <a:defRPr sz="1350" b="1">
                <a:solidFill>
                  <a:srgbClr val="63716B"/>
                </a:solidFill>
                <a:latin typeface="Arial"/>
                <a:ea typeface="Arial"/>
                <a:cs typeface="Arial"/>
              </a:defRPr>
            </a:pPr>
            <a:r>
              <a:rPr sz="1350" b="1">
                <a:solidFill>
                  <a:srgbClr val="63716B"/>
                </a:solidFill>
                <a:latin typeface="Arial"/>
                <a:ea typeface="Arial"/>
                <a:cs typeface="Arial"/>
              </a:rPr>
              <a:t>CORE AUTOMATED JOURNEY</a:t>
            </a:r>
          </a:p>
        </p:txBody>
      </p:sp>
      <p:sp>
        <p:nvSpPr>
          <p:cNvPr id="2" name="journey-number-5">
            <a:extLst>
              <a:ext uri="{FF2B5EF4-FFF2-40B4-BE49-F238E27FC236}">
                <a16:creationId xmlns:a16="http://schemas.microsoft.com/office/drawing/2014/main" id="{E2CAD0DC-589F-4DFD-A0F7-9CBFDFA87E6B}"/>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4B6D77"/>
                </a:solidFill>
                <a:latin typeface="Arial"/>
                <a:ea typeface="Arial"/>
                <a:cs typeface="Arial"/>
              </a:defRPr>
            </a:defPPr>
            <a:lvl1pPr algn="l">
              <a:defRPr sz="12450" b="1">
                <a:solidFill>
                  <a:srgbClr val="4B6D77"/>
                </a:solidFill>
                <a:latin typeface="Arial"/>
                <a:ea typeface="Arial"/>
                <a:cs typeface="Arial"/>
              </a:defRPr>
            </a:lvl1pPr>
            <a:lvl2pPr algn="l">
              <a:defRPr sz="12450" b="1">
                <a:solidFill>
                  <a:srgbClr val="4B6D77"/>
                </a:solidFill>
                <a:latin typeface="Arial"/>
                <a:ea typeface="Arial"/>
                <a:cs typeface="Arial"/>
              </a:defRPr>
            </a:lvl2pPr>
            <a:lvl3pPr algn="l">
              <a:defRPr sz="12450" b="1">
                <a:solidFill>
                  <a:srgbClr val="4B6D77"/>
                </a:solidFill>
                <a:latin typeface="Arial"/>
                <a:ea typeface="Arial"/>
                <a:cs typeface="Arial"/>
              </a:defRPr>
            </a:lvl3pPr>
            <a:lvl4pPr algn="l">
              <a:defRPr sz="12450" b="1">
                <a:solidFill>
                  <a:srgbClr val="4B6D77"/>
                </a:solidFill>
                <a:latin typeface="Arial"/>
                <a:ea typeface="Arial"/>
                <a:cs typeface="Arial"/>
              </a:defRPr>
            </a:lvl4pPr>
            <a:lvl5pPr algn="l">
              <a:defRPr sz="12450" b="1">
                <a:solidFill>
                  <a:srgbClr val="4B6D77"/>
                </a:solidFill>
                <a:latin typeface="Arial"/>
                <a:ea typeface="Arial"/>
                <a:cs typeface="Arial"/>
              </a:defRPr>
            </a:lvl5pPr>
            <a:lvl6pPr algn="l">
              <a:defRPr sz="12450" b="1">
                <a:solidFill>
                  <a:srgbClr val="4B6D77"/>
                </a:solidFill>
                <a:latin typeface="Arial"/>
                <a:ea typeface="Arial"/>
                <a:cs typeface="Arial"/>
              </a:defRPr>
            </a:lvl6pPr>
            <a:lvl7pPr algn="l">
              <a:defRPr sz="12450" b="1">
                <a:solidFill>
                  <a:srgbClr val="4B6D77"/>
                </a:solidFill>
                <a:latin typeface="Arial"/>
                <a:ea typeface="Arial"/>
                <a:cs typeface="Arial"/>
              </a:defRPr>
            </a:lvl7pPr>
            <a:lvl8pPr algn="l">
              <a:defRPr sz="12450" b="1">
                <a:solidFill>
                  <a:srgbClr val="4B6D77"/>
                </a:solidFill>
                <a:latin typeface="Arial"/>
                <a:ea typeface="Arial"/>
                <a:cs typeface="Arial"/>
              </a:defRPr>
            </a:lvl8pPr>
            <a:lvl9pPr algn="l">
              <a:defRPr sz="12450" b="1">
                <a:solidFill>
                  <a:srgbClr val="4B6D77"/>
                </a:solidFill>
                <a:latin typeface="Arial"/>
                <a:ea typeface="Arial"/>
                <a:cs typeface="Arial"/>
              </a:defRPr>
            </a:lvl9pPr>
          </a:lstStyle>
          <a:p>
            <a:pPr algn="l">
              <a:defRPr sz="12450" b="1">
                <a:solidFill>
                  <a:srgbClr val="4B6D77"/>
                </a:solidFill>
                <a:latin typeface="Arial"/>
                <a:ea typeface="Arial"/>
                <a:cs typeface="Arial"/>
              </a:defRPr>
            </a:pPr>
            <a:r>
              <a:rPr sz="12450" b="1">
                <a:solidFill>
                  <a:srgbClr val="4B6D77"/>
                </a:solidFill>
                <a:latin typeface="Arial"/>
                <a:ea typeface="Arial"/>
                <a:cs typeface="Arial"/>
              </a:rPr>
              <a:t>05</a:t>
            </a:r>
          </a:p>
        </p:txBody>
      </p:sp>
      <p:sp>
        <p:nvSpPr>
          <p:cNvPr id="3" name="journey-title-5">
            <a:extLst>
              <a:ext uri="{FF2B5EF4-FFF2-40B4-BE49-F238E27FC236}">
                <a16:creationId xmlns:a16="http://schemas.microsoft.com/office/drawing/2014/main" id="{F98F1516-3310-417D-8DF1-510C76E51167}"/>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algn="l">
              <a:defRPr sz="2850" b="1">
                <a:solidFill>
                  <a:srgbClr val="18352D"/>
                </a:solidFill>
                <a:latin typeface="Arial"/>
                <a:ea typeface="Arial"/>
                <a:cs typeface="Arial"/>
              </a:defRPr>
            </a:pPr>
            <a:r>
              <a:rPr sz="2850" b="1">
                <a:solidFill>
                  <a:srgbClr val="18352D"/>
                </a:solidFill>
                <a:latin typeface="Arial"/>
                <a:ea typeface="Arial"/>
                <a:cs typeface="Arial"/>
              </a:rPr>
              <a:t>LOGGED</a:t>
            </a:r>
          </a:p>
          <a:p>
            <a:pPr algn="l">
              <a:defRPr sz="2850" b="1">
                <a:solidFill>
                  <a:srgbClr val="18352D"/>
                </a:solidFill>
                <a:latin typeface="Arial"/>
                <a:ea typeface="Arial"/>
                <a:cs typeface="Arial"/>
              </a:defRPr>
            </a:pPr>
            <a:r>
              <a:rPr sz="2850" b="1">
                <a:solidFill>
                  <a:srgbClr val="18352D"/>
                </a:solidFill>
                <a:latin typeface="Arial"/>
                <a:ea typeface="Arial"/>
                <a:cs typeface="Arial"/>
              </a:rPr>
              <a:t>OUTCOME</a:t>
            </a:r>
          </a:p>
        </p:txBody>
      </p:sp>
      <p:sp>
        <p:nvSpPr>
          <p:cNvPr id="4" name="journey-role-5">
            <a:extLst>
              <a:ext uri="{FF2B5EF4-FFF2-40B4-BE49-F238E27FC236}">
                <a16:creationId xmlns:a16="http://schemas.microsoft.com/office/drawing/2014/main" id="{45686F01-C236-4C67-8E4A-015DD86534E9}"/>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4B6D77"/>
                </a:solidFill>
                <a:latin typeface="Arial"/>
                <a:ea typeface="Arial"/>
                <a:cs typeface="Arial"/>
              </a:defRPr>
            </a:defPPr>
            <a:lvl1pPr algn="l">
              <a:defRPr sz="1500" b="1">
                <a:solidFill>
                  <a:srgbClr val="4B6D77"/>
                </a:solidFill>
                <a:latin typeface="Arial"/>
                <a:ea typeface="Arial"/>
                <a:cs typeface="Arial"/>
              </a:defRPr>
            </a:lvl1pPr>
            <a:lvl2pPr algn="l">
              <a:defRPr sz="1500" b="1">
                <a:solidFill>
                  <a:srgbClr val="4B6D77"/>
                </a:solidFill>
                <a:latin typeface="Arial"/>
                <a:ea typeface="Arial"/>
                <a:cs typeface="Arial"/>
              </a:defRPr>
            </a:lvl2pPr>
            <a:lvl3pPr algn="l">
              <a:defRPr sz="1500" b="1">
                <a:solidFill>
                  <a:srgbClr val="4B6D77"/>
                </a:solidFill>
                <a:latin typeface="Arial"/>
                <a:ea typeface="Arial"/>
                <a:cs typeface="Arial"/>
              </a:defRPr>
            </a:lvl3pPr>
            <a:lvl4pPr algn="l">
              <a:defRPr sz="1500" b="1">
                <a:solidFill>
                  <a:srgbClr val="4B6D77"/>
                </a:solidFill>
                <a:latin typeface="Arial"/>
                <a:ea typeface="Arial"/>
                <a:cs typeface="Arial"/>
              </a:defRPr>
            </a:lvl4pPr>
            <a:lvl5pPr algn="l">
              <a:defRPr sz="1500" b="1">
                <a:solidFill>
                  <a:srgbClr val="4B6D77"/>
                </a:solidFill>
                <a:latin typeface="Arial"/>
                <a:ea typeface="Arial"/>
                <a:cs typeface="Arial"/>
              </a:defRPr>
            </a:lvl5pPr>
            <a:lvl6pPr algn="l">
              <a:defRPr sz="1500" b="1">
                <a:solidFill>
                  <a:srgbClr val="4B6D77"/>
                </a:solidFill>
                <a:latin typeface="Arial"/>
                <a:ea typeface="Arial"/>
                <a:cs typeface="Arial"/>
              </a:defRPr>
            </a:lvl6pPr>
            <a:lvl7pPr algn="l">
              <a:defRPr sz="1500" b="1">
                <a:solidFill>
                  <a:srgbClr val="4B6D77"/>
                </a:solidFill>
                <a:latin typeface="Arial"/>
                <a:ea typeface="Arial"/>
                <a:cs typeface="Arial"/>
              </a:defRPr>
            </a:lvl7pPr>
            <a:lvl8pPr algn="l">
              <a:defRPr sz="1500" b="1">
                <a:solidFill>
                  <a:srgbClr val="4B6D77"/>
                </a:solidFill>
                <a:latin typeface="Arial"/>
                <a:ea typeface="Arial"/>
                <a:cs typeface="Arial"/>
              </a:defRPr>
            </a:lvl8pPr>
            <a:lvl9pPr algn="l">
              <a:defRPr sz="1500" b="1">
                <a:solidFill>
                  <a:srgbClr val="4B6D77"/>
                </a:solidFill>
                <a:latin typeface="Arial"/>
                <a:ea typeface="Arial"/>
                <a:cs typeface="Arial"/>
              </a:defRPr>
            </a:lvl9pPr>
          </a:lstStyle>
          <a:p>
            <a:pPr algn="l">
              <a:defRPr sz="1500" b="1">
                <a:solidFill>
                  <a:srgbClr val="4B6D77"/>
                </a:solidFill>
                <a:latin typeface="Arial"/>
                <a:ea typeface="Arial"/>
                <a:cs typeface="Arial"/>
              </a:defRPr>
            </a:pPr>
            <a:r>
              <a:rPr sz="1500" b="1">
                <a:solidFill>
                  <a:srgbClr val="4B6D77"/>
                </a:solidFill>
                <a:latin typeface="Arial"/>
                <a:ea typeface="Arial"/>
                <a:cs typeface="Arial"/>
              </a:rPr>
              <a:t>AUDIT TRAIL</a:t>
            </a:r>
          </a:p>
        </p:txBody>
      </p:sp>
      <p:sp>
        <p:nvSpPr>
          <p:cNvPr id="5" name="journey-headline-5">
            <a:extLst>
              <a:ext uri="{FF2B5EF4-FFF2-40B4-BE49-F238E27FC236}">
                <a16:creationId xmlns:a16="http://schemas.microsoft.com/office/drawing/2014/main" id="{32EA0FC5-1956-463E-B491-D424CD79ED82}"/>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algn="l">
              <a:defRPr sz="3150" b="1">
                <a:solidFill>
                  <a:srgbClr val="18352D"/>
                </a:solidFill>
                <a:latin typeface="Arial"/>
                <a:ea typeface="Arial"/>
                <a:cs typeface="Arial"/>
              </a:defRPr>
            </a:pPr>
            <a:r>
              <a:rPr sz="3150" b="1">
                <a:solidFill>
                  <a:srgbClr val="18352D"/>
                </a:solidFill>
                <a:latin typeface="Arial"/>
                <a:ea typeface="Arial"/>
                <a:cs typeface="Arial"/>
              </a:rPr>
              <a:t>Approved orders leave a record.</a:t>
            </a:r>
          </a:p>
        </p:txBody>
      </p:sp>
      <p:sp>
        <p:nvSpPr>
          <p:cNvPr id="6" name="journey-body-5">
            <a:extLst>
              <a:ext uri="{FF2B5EF4-FFF2-40B4-BE49-F238E27FC236}">
                <a16:creationId xmlns:a16="http://schemas.microsoft.com/office/drawing/2014/main" id="{85767066-3045-4E82-BF4F-7DFE221ABCF7}"/>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algn="l">
              <a:defRPr sz="1950" b="0">
                <a:solidFill>
                  <a:srgbClr val="46534E"/>
                </a:solidFill>
                <a:latin typeface="Arial"/>
                <a:ea typeface="Arial"/>
                <a:cs typeface="Arial"/>
              </a:defRPr>
            </a:pPr>
            <a:r>
              <a:rPr sz="1950" b="0">
                <a:solidFill>
                  <a:srgbClr val="46534E"/>
                </a:solidFill>
                <a:latin typeface="Arial"/>
                <a:ea typeface="Arial"/>
                <a:cs typeface="Arial"/>
              </a:rPr>
              <a:t>The system generates a purchase draft and records the action in the activity log at the bottom of the page, including the time and manager approval event.</a:t>
            </a:r>
          </a:p>
        </p:txBody>
      </p:sp>
      <p:sp>
        <p:nvSpPr>
          <p:cNvPr id="7" name="journey-page-5">
            <a:extLst>
              <a:ext uri="{FF2B5EF4-FFF2-40B4-BE49-F238E27FC236}">
                <a16:creationId xmlns:a16="http://schemas.microsoft.com/office/drawing/2014/main" id="{13429CDE-7659-4D51-B06B-2D518C1A2B04}"/>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algn="l">
              <a:defRPr sz="1200" b="1">
                <a:solidFill>
                  <a:srgbClr val="7A8580"/>
                </a:solidFill>
                <a:latin typeface="Arial"/>
                <a:ea typeface="Arial"/>
                <a:cs typeface="Arial"/>
              </a:defRPr>
            </a:pPr>
            <a:r>
              <a:rPr sz="1200" b="1">
                <a:solidFill>
                  <a:srgbClr val="7A8580"/>
                </a:solidFill>
                <a:latin typeface="Arial"/>
                <a:ea typeface="Arial"/>
                <a:cs typeface="Arial"/>
              </a:rPr>
              <a:t>05 / 05</a:t>
            </a:r>
          </a:p>
        </p:txBody>
      </p:sp>
    </p:spTree>
    <p:extLst>
      <p:ext uri="{BB962C8B-B14F-4D97-AF65-F5344CB8AC3E}">
        <p14:creationId xmlns:p14="http://schemas.microsoft.com/office/powerpoint/2010/main" val="1536180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568C31A7-8F98-42EE-BF41-16C0E6A0E81B}"/>
              </a:ext>
            </a:extLst>
          </p:cNvPr>
          <p:cNvSpPr>
            <a:spLocks noGrp="1"/>
          </p:cNvSpPr>
          <p:nvPr/>
        </p:nvSpPr>
        <p:spPr>
          <a:xfrm>
            <a:off x="647700" y="400050"/>
            <a:ext cx="4762500" cy="266700"/>
          </a:xfrm>
          <a:prstGeom prst="rect">
            <a:avLst/>
          </a:prstGeom>
          <a:noFill/>
          <a:ln w="0">
            <a:noFill/>
            <a:prstDash val="solid"/>
          </a:ln>
        </p:spPr>
        <p:txBody>
          <a:bodyPr anchor="ctr"/>
          <a:lstStyle>
            <a:defPPr algn="l">
              <a:defRPr sz="1125" b="1">
                <a:solidFill>
                  <a:srgbClr val="48685C"/>
                </a:solidFill>
              </a:defRPr>
            </a:defPPr>
            <a:lvl1pPr algn="l">
              <a:defRPr sz="1125" b="1">
                <a:solidFill>
                  <a:srgbClr val="48685C"/>
                </a:solidFill>
              </a:defRPr>
            </a:lvl1pPr>
            <a:lvl2pPr algn="l">
              <a:defRPr sz="1125" b="1">
                <a:solidFill>
                  <a:srgbClr val="48685C"/>
                </a:solidFill>
              </a:defRPr>
            </a:lvl2pPr>
            <a:lvl3pPr algn="l">
              <a:defRPr sz="1125" b="1">
                <a:solidFill>
                  <a:srgbClr val="48685C"/>
                </a:solidFill>
              </a:defRPr>
            </a:lvl3pPr>
            <a:lvl4pPr algn="l">
              <a:defRPr sz="1125" b="1">
                <a:solidFill>
                  <a:srgbClr val="48685C"/>
                </a:solidFill>
              </a:defRPr>
            </a:lvl4pPr>
            <a:lvl5pPr algn="l">
              <a:defRPr sz="1125" b="1">
                <a:solidFill>
                  <a:srgbClr val="48685C"/>
                </a:solidFill>
              </a:defRPr>
            </a:lvl5pPr>
            <a:lvl6pPr algn="l">
              <a:defRPr sz="1125" b="1">
                <a:solidFill>
                  <a:srgbClr val="48685C"/>
                </a:solidFill>
              </a:defRPr>
            </a:lvl6pPr>
            <a:lvl7pPr algn="l">
              <a:defRPr sz="1125" b="1">
                <a:solidFill>
                  <a:srgbClr val="48685C"/>
                </a:solidFill>
              </a:defRPr>
            </a:lvl7pPr>
            <a:lvl8pPr algn="l">
              <a:defRPr sz="1125" b="1">
                <a:solidFill>
                  <a:srgbClr val="48685C"/>
                </a:solidFill>
              </a:defRPr>
            </a:lvl8pPr>
            <a:lvl9pPr algn="l">
              <a:defRPr sz="1125" b="1">
                <a:solidFill>
                  <a:srgbClr val="48685C"/>
                </a:solidFill>
              </a:defRPr>
            </a:lvl9pPr>
          </a:lstStyle>
          <a:p>
            <a:pPr algn="l">
              <a:defRPr sz="1125" b="1">
                <a:solidFill>
                  <a:srgbClr val="48685C"/>
                </a:solidFill>
              </a:defRPr>
            </a:pPr>
            <a:r>
              <a:rPr sz="1125" b="1">
                <a:solidFill>
                  <a:srgbClr val="48685C"/>
                </a:solidFill>
              </a:rPr>
              <a:t>THE SOLUTION</a:t>
            </a:r>
          </a:p>
        </p:txBody>
      </p:sp>
      <p:sp>
        <p:nvSpPr>
          <p:cNvPr id="2" name="矩形 1">
            <a:extLst>
              <a:ext uri="{FF2B5EF4-FFF2-40B4-BE49-F238E27FC236}">
                <a16:creationId xmlns:a16="http://schemas.microsoft.com/office/drawing/2014/main" id="{2AAE7A44-D46D-400F-88BA-56B67182DF53}"/>
              </a:ext>
            </a:extLst>
          </p:cNvPr>
          <p:cNvSpPr>
            <a:spLocks noGrp="1"/>
          </p:cNvSpPr>
          <p:nvPr/>
        </p:nvSpPr>
        <p:spPr>
          <a:xfrm>
            <a:off x="647700" y="819150"/>
            <a:ext cx="10896600" cy="685800"/>
          </a:xfrm>
          <a:prstGeom prst="rect">
            <a:avLst/>
          </a:prstGeom>
          <a:noFill/>
          <a:ln w="0">
            <a:noFill/>
            <a:prstDash val="solid"/>
          </a:ln>
        </p:spPr>
        <p:txBody>
          <a:bodyPr anchor="ctr"/>
          <a:lstStyle>
            <a:defPPr algn="l">
              <a:defRPr sz="3150" b="1">
                <a:solidFill>
                  <a:srgbClr val="1F2925"/>
                </a:solidFill>
              </a:defRPr>
            </a:defPPr>
            <a:lvl1pPr algn="l">
              <a:defRPr sz="3150" b="1">
                <a:solidFill>
                  <a:srgbClr val="1F2925"/>
                </a:solidFill>
              </a:defRPr>
            </a:lvl1pPr>
            <a:lvl2pPr algn="l">
              <a:defRPr sz="3150" b="1">
                <a:solidFill>
                  <a:srgbClr val="1F2925"/>
                </a:solidFill>
              </a:defRPr>
            </a:lvl2pPr>
            <a:lvl3pPr algn="l">
              <a:defRPr sz="3150" b="1">
                <a:solidFill>
                  <a:srgbClr val="1F2925"/>
                </a:solidFill>
              </a:defRPr>
            </a:lvl3pPr>
            <a:lvl4pPr algn="l">
              <a:defRPr sz="3150" b="1">
                <a:solidFill>
                  <a:srgbClr val="1F2925"/>
                </a:solidFill>
              </a:defRPr>
            </a:lvl4pPr>
            <a:lvl5pPr algn="l">
              <a:defRPr sz="3150" b="1">
                <a:solidFill>
                  <a:srgbClr val="1F2925"/>
                </a:solidFill>
              </a:defRPr>
            </a:lvl5pPr>
            <a:lvl6pPr algn="l">
              <a:defRPr sz="3150" b="1">
                <a:solidFill>
                  <a:srgbClr val="1F2925"/>
                </a:solidFill>
              </a:defRPr>
            </a:lvl6pPr>
            <a:lvl7pPr algn="l">
              <a:defRPr sz="3150" b="1">
                <a:solidFill>
                  <a:srgbClr val="1F2925"/>
                </a:solidFill>
              </a:defRPr>
            </a:lvl7pPr>
            <a:lvl8pPr algn="l">
              <a:defRPr sz="3150" b="1">
                <a:solidFill>
                  <a:srgbClr val="1F2925"/>
                </a:solidFill>
              </a:defRPr>
            </a:lvl8pPr>
            <a:lvl9pPr algn="l">
              <a:defRPr sz="3150" b="1">
                <a:solidFill>
                  <a:srgbClr val="1F2925"/>
                </a:solidFill>
              </a:defRPr>
            </a:lvl9pPr>
          </a:lstStyle>
          <a:p>
            <a:pPr algn="l">
              <a:defRPr sz="3150" b="1">
                <a:solidFill>
                  <a:srgbClr val="1F2925"/>
                </a:solidFill>
              </a:defRPr>
            </a:pPr>
            <a:r>
              <a:rPr sz="3150" b="1">
                <a:solidFill>
                  <a:srgbClr val="1F2925"/>
                </a:solidFill>
              </a:rPr>
              <a:t>A human-reviewed workflow from context to order draft</a:t>
            </a:r>
          </a:p>
        </p:txBody>
      </p:sp>
      <p:sp>
        <p:nvSpPr>
          <p:cNvPr id="3" name="矩形 2">
            <a:extLst>
              <a:ext uri="{FF2B5EF4-FFF2-40B4-BE49-F238E27FC236}">
                <a16:creationId xmlns:a16="http://schemas.microsoft.com/office/drawing/2014/main" id="{8C712A74-49FE-44B2-B1DE-87987CD2287D}"/>
              </a:ext>
            </a:extLst>
          </p:cNvPr>
          <p:cNvSpPr>
            <a:spLocks noGrp="1"/>
          </p:cNvSpPr>
          <p:nvPr/>
        </p:nvSpPr>
        <p:spPr>
          <a:xfrm>
            <a:off x="647700" y="6334125"/>
            <a:ext cx="10896600" cy="9525"/>
          </a:xfrm>
          <a:prstGeom prst="rect">
            <a:avLst/>
          </a:prstGeom>
          <a:solidFill>
            <a:srgbClr val="C9D1CA"/>
          </a:solidFill>
          <a:ln w="0">
            <a:noFill/>
            <a:prstDash val="solid"/>
          </a:ln>
        </p:spPr>
      </p:sp>
      <p:sp>
        <p:nvSpPr>
          <p:cNvPr id="4" name="矩形 3">
            <a:extLst>
              <a:ext uri="{FF2B5EF4-FFF2-40B4-BE49-F238E27FC236}">
                <a16:creationId xmlns:a16="http://schemas.microsoft.com/office/drawing/2014/main" id="{A3711158-A7B4-4B60-AB03-37F8220853E5}"/>
              </a:ext>
            </a:extLst>
          </p:cNvPr>
          <p:cNvSpPr>
            <a:spLocks noGrp="1"/>
          </p:cNvSpPr>
          <p:nvPr/>
        </p:nvSpPr>
        <p:spPr>
          <a:xfrm>
            <a:off x="10972800" y="6419850"/>
            <a:ext cx="571500" cy="228600"/>
          </a:xfrm>
          <a:prstGeom prst="rect">
            <a:avLst/>
          </a:prstGeom>
          <a:noFill/>
          <a:ln w="0">
            <a:noFill/>
            <a:prstDash val="solid"/>
          </a:ln>
        </p:spPr>
        <p:txBody>
          <a:bodyPr anchor="ctr"/>
          <a:lstStyle>
            <a:defPPr algn="r">
              <a:defRPr sz="1050" b="1">
                <a:solidFill>
                  <a:srgbClr val="66716B"/>
                </a:solidFill>
              </a:defRPr>
            </a:defPPr>
            <a:lvl1pPr algn="r">
              <a:defRPr sz="1050" b="1">
                <a:solidFill>
                  <a:srgbClr val="66716B"/>
                </a:solidFill>
              </a:defRPr>
            </a:lvl1pPr>
            <a:lvl2pPr algn="r">
              <a:defRPr sz="1050" b="1">
                <a:solidFill>
                  <a:srgbClr val="66716B"/>
                </a:solidFill>
              </a:defRPr>
            </a:lvl2pPr>
            <a:lvl3pPr algn="r">
              <a:defRPr sz="1050" b="1">
                <a:solidFill>
                  <a:srgbClr val="66716B"/>
                </a:solidFill>
              </a:defRPr>
            </a:lvl3pPr>
            <a:lvl4pPr algn="r">
              <a:defRPr sz="1050" b="1">
                <a:solidFill>
                  <a:srgbClr val="66716B"/>
                </a:solidFill>
              </a:defRPr>
            </a:lvl4pPr>
            <a:lvl5pPr algn="r">
              <a:defRPr sz="1050" b="1">
                <a:solidFill>
                  <a:srgbClr val="66716B"/>
                </a:solidFill>
              </a:defRPr>
            </a:lvl5pPr>
            <a:lvl6pPr algn="r">
              <a:defRPr sz="1050" b="1">
                <a:solidFill>
                  <a:srgbClr val="66716B"/>
                </a:solidFill>
              </a:defRPr>
            </a:lvl6pPr>
            <a:lvl7pPr algn="r">
              <a:defRPr sz="1050" b="1">
                <a:solidFill>
                  <a:srgbClr val="66716B"/>
                </a:solidFill>
              </a:defRPr>
            </a:lvl7pPr>
            <a:lvl8pPr algn="r">
              <a:defRPr sz="1050" b="1">
                <a:solidFill>
                  <a:srgbClr val="66716B"/>
                </a:solidFill>
              </a:defRPr>
            </a:lvl8pPr>
            <a:lvl9pPr algn="r">
              <a:defRPr sz="1050" b="1">
                <a:solidFill>
                  <a:srgbClr val="66716B"/>
                </a:solidFill>
              </a:defRPr>
            </a:lvl9pPr>
          </a:lstStyle>
          <a:p>
            <a:pPr algn="r">
              <a:defRPr sz="1050" b="1">
                <a:solidFill>
                  <a:srgbClr val="66716B"/>
                </a:solidFill>
              </a:defRPr>
            </a:pPr>
            <a:r>
              <a:rPr sz="1050" b="1">
                <a:solidFill>
                  <a:srgbClr val="66716B"/>
                </a:solidFill>
              </a:rPr>
              <a:t>03</a:t>
            </a:r>
          </a:p>
        </p:txBody>
      </p:sp>
      <p:sp>
        <p:nvSpPr>
          <p:cNvPr id="5" name="矩形 4">
            <a:extLst>
              <a:ext uri="{FF2B5EF4-FFF2-40B4-BE49-F238E27FC236}">
                <a16:creationId xmlns:a16="http://schemas.microsoft.com/office/drawing/2014/main" id="{F06BA838-AD54-43E4-81C7-BFE6F8DAF2AF}"/>
              </a:ext>
            </a:extLst>
          </p:cNvPr>
          <p:cNvSpPr>
            <a:spLocks noGrp="1"/>
          </p:cNvSpPr>
          <p:nvPr/>
        </p:nvSpPr>
        <p:spPr>
          <a:xfrm>
            <a:off x="647700" y="1619250"/>
            <a:ext cx="10668000" cy="419100"/>
          </a:xfrm>
          <a:prstGeom prst="rect">
            <a:avLst/>
          </a:prstGeom>
          <a:noFill/>
          <a:ln w="0">
            <a:noFill/>
            <a:prstDash val="solid"/>
          </a:ln>
        </p:spPr>
        <p:txBody>
          <a:bodyPr anchor="ctr"/>
          <a:lstStyle>
            <a:defPPr algn="l">
              <a:defRPr sz="1800" b="0">
                <a:solidFill>
                  <a:srgbClr val="66716B"/>
                </a:solidFill>
              </a:defRPr>
            </a:defPPr>
            <a:lvl1pPr algn="l">
              <a:defRPr sz="1800" b="0">
                <a:solidFill>
                  <a:srgbClr val="66716B"/>
                </a:solidFill>
              </a:defRPr>
            </a:lvl1pPr>
            <a:lvl2pPr algn="l">
              <a:defRPr sz="1800" b="0">
                <a:solidFill>
                  <a:srgbClr val="66716B"/>
                </a:solidFill>
              </a:defRPr>
            </a:lvl2pPr>
            <a:lvl3pPr algn="l">
              <a:defRPr sz="1800" b="0">
                <a:solidFill>
                  <a:srgbClr val="66716B"/>
                </a:solidFill>
              </a:defRPr>
            </a:lvl3pPr>
            <a:lvl4pPr algn="l">
              <a:defRPr sz="1800" b="0">
                <a:solidFill>
                  <a:srgbClr val="66716B"/>
                </a:solidFill>
              </a:defRPr>
            </a:lvl4pPr>
            <a:lvl5pPr algn="l">
              <a:defRPr sz="1800" b="0">
                <a:solidFill>
                  <a:srgbClr val="66716B"/>
                </a:solidFill>
              </a:defRPr>
            </a:lvl5pPr>
            <a:lvl6pPr algn="l">
              <a:defRPr sz="1800" b="0">
                <a:solidFill>
                  <a:srgbClr val="66716B"/>
                </a:solidFill>
              </a:defRPr>
            </a:lvl6pPr>
            <a:lvl7pPr algn="l">
              <a:defRPr sz="1800" b="0">
                <a:solidFill>
                  <a:srgbClr val="66716B"/>
                </a:solidFill>
              </a:defRPr>
            </a:lvl7pPr>
            <a:lvl8pPr algn="l">
              <a:defRPr sz="1800" b="0">
                <a:solidFill>
                  <a:srgbClr val="66716B"/>
                </a:solidFill>
              </a:defRPr>
            </a:lvl8pPr>
            <a:lvl9pPr algn="l">
              <a:defRPr sz="1800" b="0">
                <a:solidFill>
                  <a:srgbClr val="66716B"/>
                </a:solidFill>
              </a:defRPr>
            </a:lvl9pPr>
          </a:lstStyle>
          <a:p>
            <a:pPr algn="l">
              <a:defRPr sz="1800" b="0">
                <a:solidFill>
                  <a:srgbClr val="66716B"/>
                </a:solidFill>
              </a:defRPr>
            </a:pPr>
            <a:r>
              <a:rPr sz="1800" b="0">
                <a:solidFill>
                  <a:srgbClr val="66716B"/>
                </a:solidFill>
              </a:rPr>
              <a:t>The system organizes the calculations; the café owner remains in control.</a:t>
            </a:r>
          </a:p>
        </p:txBody>
      </p:sp>
      <p:sp>
        <p:nvSpPr>
          <p:cNvPr id="6" name="矩形 5">
            <a:extLst>
              <a:ext uri="{FF2B5EF4-FFF2-40B4-BE49-F238E27FC236}">
                <a16:creationId xmlns:a16="http://schemas.microsoft.com/office/drawing/2014/main" id="{AE578C10-B23C-4C75-A1C8-7C9BEA89CA9E}"/>
              </a:ext>
            </a:extLst>
          </p:cNvPr>
          <p:cNvSpPr>
            <a:spLocks noGrp="1"/>
          </p:cNvSpPr>
          <p:nvPr/>
        </p:nvSpPr>
        <p:spPr>
          <a:xfrm>
            <a:off x="781050" y="2647950"/>
            <a:ext cx="762000" cy="342900"/>
          </a:xfrm>
          <a:prstGeom prst="rect">
            <a:avLst/>
          </a:prstGeom>
          <a:noFill/>
          <a:ln w="0">
            <a:noFill/>
            <a:prstDash val="solid"/>
          </a:ln>
        </p:spPr>
        <p:txBody>
          <a:bodyPr anchor="ctr"/>
          <a:lstStyle>
            <a:defPPr algn="l">
              <a:defRPr sz="1575" b="1">
                <a:solidFill>
                  <a:srgbClr val="C9694A"/>
                </a:solidFill>
              </a:defRPr>
            </a:defPPr>
            <a:lvl1pPr algn="l">
              <a:defRPr sz="1575" b="1">
                <a:solidFill>
                  <a:srgbClr val="C9694A"/>
                </a:solidFill>
              </a:defRPr>
            </a:lvl1pPr>
            <a:lvl2pPr algn="l">
              <a:defRPr sz="1575" b="1">
                <a:solidFill>
                  <a:srgbClr val="C9694A"/>
                </a:solidFill>
              </a:defRPr>
            </a:lvl2pPr>
            <a:lvl3pPr algn="l">
              <a:defRPr sz="1575" b="1">
                <a:solidFill>
                  <a:srgbClr val="C9694A"/>
                </a:solidFill>
              </a:defRPr>
            </a:lvl3pPr>
            <a:lvl4pPr algn="l">
              <a:defRPr sz="1575" b="1">
                <a:solidFill>
                  <a:srgbClr val="C9694A"/>
                </a:solidFill>
              </a:defRPr>
            </a:lvl4pPr>
            <a:lvl5pPr algn="l">
              <a:defRPr sz="1575" b="1">
                <a:solidFill>
                  <a:srgbClr val="C9694A"/>
                </a:solidFill>
              </a:defRPr>
            </a:lvl5pPr>
            <a:lvl6pPr algn="l">
              <a:defRPr sz="1575" b="1">
                <a:solidFill>
                  <a:srgbClr val="C9694A"/>
                </a:solidFill>
              </a:defRPr>
            </a:lvl6pPr>
            <a:lvl7pPr algn="l">
              <a:defRPr sz="1575" b="1">
                <a:solidFill>
                  <a:srgbClr val="C9694A"/>
                </a:solidFill>
              </a:defRPr>
            </a:lvl7pPr>
            <a:lvl8pPr algn="l">
              <a:defRPr sz="1575" b="1">
                <a:solidFill>
                  <a:srgbClr val="C9694A"/>
                </a:solidFill>
              </a:defRPr>
            </a:lvl8pPr>
            <a:lvl9pPr algn="l">
              <a:defRPr sz="1575" b="1">
                <a:solidFill>
                  <a:srgbClr val="C9694A"/>
                </a:solidFill>
              </a:defRPr>
            </a:lvl9pPr>
          </a:lstStyle>
          <a:p>
            <a:pPr algn="l">
              <a:defRPr sz="1575" b="1">
                <a:solidFill>
                  <a:srgbClr val="C9694A"/>
                </a:solidFill>
              </a:defRPr>
            </a:pPr>
            <a:r>
              <a:rPr sz="1575" b="1">
                <a:solidFill>
                  <a:srgbClr val="C9694A"/>
                </a:solidFill>
              </a:rPr>
              <a:t>01</a:t>
            </a:r>
          </a:p>
        </p:txBody>
      </p:sp>
      <p:sp>
        <p:nvSpPr>
          <p:cNvPr id="7" name="矩形 6">
            <a:extLst>
              <a:ext uri="{FF2B5EF4-FFF2-40B4-BE49-F238E27FC236}">
                <a16:creationId xmlns:a16="http://schemas.microsoft.com/office/drawing/2014/main" id="{1EA594CD-F38C-4A49-8F32-1321886BE957}"/>
              </a:ext>
            </a:extLst>
          </p:cNvPr>
          <p:cNvSpPr>
            <a:spLocks noGrp="1"/>
          </p:cNvSpPr>
          <p:nvPr/>
        </p:nvSpPr>
        <p:spPr>
          <a:xfrm>
            <a:off x="781050" y="3143250"/>
            <a:ext cx="2000250" cy="38100"/>
          </a:xfrm>
          <a:prstGeom prst="rect">
            <a:avLst/>
          </a:prstGeom>
          <a:solidFill>
            <a:srgbClr val="48685C"/>
          </a:solidFill>
          <a:ln w="0">
            <a:noFill/>
            <a:prstDash val="solid"/>
          </a:ln>
        </p:spPr>
      </p:sp>
      <p:sp>
        <p:nvSpPr>
          <p:cNvPr id="8" name="矩形 7">
            <a:extLst>
              <a:ext uri="{FF2B5EF4-FFF2-40B4-BE49-F238E27FC236}">
                <a16:creationId xmlns:a16="http://schemas.microsoft.com/office/drawing/2014/main" id="{2C8AA4D9-7EAD-42EA-BA38-739D2E641BCE}"/>
              </a:ext>
            </a:extLst>
          </p:cNvPr>
          <p:cNvSpPr>
            <a:spLocks noGrp="1"/>
          </p:cNvSpPr>
          <p:nvPr/>
        </p:nvSpPr>
        <p:spPr>
          <a:xfrm>
            <a:off x="781050" y="3429000"/>
            <a:ext cx="2286000" cy="419100"/>
          </a:xfrm>
          <a:prstGeom prst="rect">
            <a:avLst/>
          </a:prstGeom>
          <a:noFill/>
          <a:ln w="0">
            <a:noFill/>
            <a:prstDash val="solid"/>
          </a:ln>
        </p:spPr>
        <p:txBody>
          <a:bodyPr anchor="ctr"/>
          <a:lstStyle>
            <a:defPPr algn="l">
              <a:defRPr sz="1875" b="1">
                <a:solidFill>
                  <a:srgbClr val="1F2925"/>
                </a:solidFill>
              </a:defRPr>
            </a:defPPr>
            <a:lvl1pPr algn="l">
              <a:defRPr sz="1875" b="1">
                <a:solidFill>
                  <a:srgbClr val="1F2925"/>
                </a:solidFill>
              </a:defRPr>
            </a:lvl1pPr>
            <a:lvl2pPr algn="l">
              <a:defRPr sz="1875" b="1">
                <a:solidFill>
                  <a:srgbClr val="1F2925"/>
                </a:solidFill>
              </a:defRPr>
            </a:lvl2pPr>
            <a:lvl3pPr algn="l">
              <a:defRPr sz="1875" b="1">
                <a:solidFill>
                  <a:srgbClr val="1F2925"/>
                </a:solidFill>
              </a:defRPr>
            </a:lvl3pPr>
            <a:lvl4pPr algn="l">
              <a:defRPr sz="1875" b="1">
                <a:solidFill>
                  <a:srgbClr val="1F2925"/>
                </a:solidFill>
              </a:defRPr>
            </a:lvl4pPr>
            <a:lvl5pPr algn="l">
              <a:defRPr sz="1875" b="1">
                <a:solidFill>
                  <a:srgbClr val="1F2925"/>
                </a:solidFill>
              </a:defRPr>
            </a:lvl5pPr>
            <a:lvl6pPr algn="l">
              <a:defRPr sz="1875" b="1">
                <a:solidFill>
                  <a:srgbClr val="1F2925"/>
                </a:solidFill>
              </a:defRPr>
            </a:lvl6pPr>
            <a:lvl7pPr algn="l">
              <a:defRPr sz="1875" b="1">
                <a:solidFill>
                  <a:srgbClr val="1F2925"/>
                </a:solidFill>
              </a:defRPr>
            </a:lvl7pPr>
            <a:lvl8pPr algn="l">
              <a:defRPr sz="1875" b="1">
                <a:solidFill>
                  <a:srgbClr val="1F2925"/>
                </a:solidFill>
              </a:defRPr>
            </a:lvl8pPr>
            <a:lvl9pPr algn="l">
              <a:defRPr sz="1875" b="1">
                <a:solidFill>
                  <a:srgbClr val="1F2925"/>
                </a:solidFill>
              </a:defRPr>
            </a:lvl9pPr>
          </a:lstStyle>
          <a:p>
            <a:pPr algn="l">
              <a:defRPr sz="1875" b="1">
                <a:solidFill>
                  <a:srgbClr val="1F2925"/>
                </a:solidFill>
              </a:defRPr>
            </a:pPr>
            <a:r>
              <a:rPr sz="1875" b="1">
                <a:solidFill>
                  <a:srgbClr val="1F2925"/>
                </a:solidFill>
              </a:rPr>
              <a:t>Read context</a:t>
            </a:r>
          </a:p>
        </p:txBody>
      </p:sp>
      <p:sp>
        <p:nvSpPr>
          <p:cNvPr id="9" name="矩形 8">
            <a:extLst>
              <a:ext uri="{FF2B5EF4-FFF2-40B4-BE49-F238E27FC236}">
                <a16:creationId xmlns:a16="http://schemas.microsoft.com/office/drawing/2014/main" id="{FB593D54-81D8-4DB3-ABA8-DE5C9FDA3894}"/>
              </a:ext>
            </a:extLst>
          </p:cNvPr>
          <p:cNvSpPr>
            <a:spLocks noGrp="1"/>
          </p:cNvSpPr>
          <p:nvPr/>
        </p:nvSpPr>
        <p:spPr>
          <a:xfrm>
            <a:off x="781050" y="3981450"/>
            <a:ext cx="228600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Weather + calendar</a:t>
            </a:r>
          </a:p>
        </p:txBody>
      </p:sp>
      <p:sp>
        <p:nvSpPr>
          <p:cNvPr id="10" name="矩形 9">
            <a:extLst>
              <a:ext uri="{FF2B5EF4-FFF2-40B4-BE49-F238E27FC236}">
                <a16:creationId xmlns:a16="http://schemas.microsoft.com/office/drawing/2014/main" id="{007CF346-C457-49DF-93EA-3009663A9431}"/>
              </a:ext>
            </a:extLst>
          </p:cNvPr>
          <p:cNvSpPr>
            <a:spLocks noGrp="1"/>
          </p:cNvSpPr>
          <p:nvPr/>
        </p:nvSpPr>
        <p:spPr>
          <a:xfrm>
            <a:off x="2952750" y="2990850"/>
            <a:ext cx="457200" cy="381000"/>
          </a:xfrm>
          <a:prstGeom prst="rect">
            <a:avLst/>
          </a:prstGeom>
          <a:noFill/>
          <a:ln w="0">
            <a:noFill/>
            <a:prstDash val="solid"/>
          </a:ln>
        </p:spPr>
        <p:txBody>
          <a:bodyPr anchor="ctr"/>
          <a:lstStyle>
            <a:defPPr algn="ctr">
              <a:defRPr sz="2025" b="1">
                <a:solidFill>
                  <a:srgbClr val="48685C"/>
                </a:solidFill>
              </a:defRPr>
            </a:defPPr>
            <a:lvl1pPr algn="ctr">
              <a:defRPr sz="2025" b="1">
                <a:solidFill>
                  <a:srgbClr val="48685C"/>
                </a:solidFill>
              </a:defRPr>
            </a:lvl1pPr>
            <a:lvl2pPr algn="ctr">
              <a:defRPr sz="2025" b="1">
                <a:solidFill>
                  <a:srgbClr val="48685C"/>
                </a:solidFill>
              </a:defRPr>
            </a:lvl2pPr>
            <a:lvl3pPr algn="ctr">
              <a:defRPr sz="2025" b="1">
                <a:solidFill>
                  <a:srgbClr val="48685C"/>
                </a:solidFill>
              </a:defRPr>
            </a:lvl3pPr>
            <a:lvl4pPr algn="ctr">
              <a:defRPr sz="2025" b="1">
                <a:solidFill>
                  <a:srgbClr val="48685C"/>
                </a:solidFill>
              </a:defRPr>
            </a:lvl4pPr>
            <a:lvl5pPr algn="ctr">
              <a:defRPr sz="2025" b="1">
                <a:solidFill>
                  <a:srgbClr val="48685C"/>
                </a:solidFill>
              </a:defRPr>
            </a:lvl5pPr>
            <a:lvl6pPr algn="ctr">
              <a:defRPr sz="2025" b="1">
                <a:solidFill>
                  <a:srgbClr val="48685C"/>
                </a:solidFill>
              </a:defRPr>
            </a:lvl6pPr>
            <a:lvl7pPr algn="ctr">
              <a:defRPr sz="2025" b="1">
                <a:solidFill>
                  <a:srgbClr val="48685C"/>
                </a:solidFill>
              </a:defRPr>
            </a:lvl7pPr>
            <a:lvl8pPr algn="ctr">
              <a:defRPr sz="2025" b="1">
                <a:solidFill>
                  <a:srgbClr val="48685C"/>
                </a:solidFill>
              </a:defRPr>
            </a:lvl8pPr>
            <a:lvl9pPr algn="ctr">
              <a:defRPr sz="2025" b="1">
                <a:solidFill>
                  <a:srgbClr val="48685C"/>
                </a:solidFill>
              </a:defRPr>
            </a:lvl9pPr>
          </a:lstStyle>
          <a:p>
            <a:pPr algn="ctr">
              <a:defRPr sz="2025" b="1">
                <a:solidFill>
                  <a:srgbClr val="48685C"/>
                </a:solidFill>
              </a:defRPr>
            </a:pPr>
            <a:r>
              <a:rPr sz="2025" b="1">
                <a:solidFill>
                  <a:srgbClr val="48685C"/>
                </a:solidFill>
              </a:rPr>
              <a:t>→</a:t>
            </a:r>
          </a:p>
        </p:txBody>
      </p:sp>
      <p:sp>
        <p:nvSpPr>
          <p:cNvPr id="11" name="矩形 10">
            <a:extLst>
              <a:ext uri="{FF2B5EF4-FFF2-40B4-BE49-F238E27FC236}">
                <a16:creationId xmlns:a16="http://schemas.microsoft.com/office/drawing/2014/main" id="{89608808-367A-4F83-A934-3024D465F505}"/>
              </a:ext>
            </a:extLst>
          </p:cNvPr>
          <p:cNvSpPr>
            <a:spLocks noGrp="1"/>
          </p:cNvSpPr>
          <p:nvPr/>
        </p:nvSpPr>
        <p:spPr>
          <a:xfrm>
            <a:off x="3524250" y="2647950"/>
            <a:ext cx="762000" cy="342900"/>
          </a:xfrm>
          <a:prstGeom prst="rect">
            <a:avLst/>
          </a:prstGeom>
          <a:noFill/>
          <a:ln w="0">
            <a:noFill/>
            <a:prstDash val="solid"/>
          </a:ln>
        </p:spPr>
        <p:txBody>
          <a:bodyPr anchor="ctr"/>
          <a:lstStyle>
            <a:defPPr algn="l">
              <a:defRPr sz="1575" b="1">
                <a:solidFill>
                  <a:srgbClr val="C9694A"/>
                </a:solidFill>
              </a:defRPr>
            </a:defPPr>
            <a:lvl1pPr algn="l">
              <a:defRPr sz="1575" b="1">
                <a:solidFill>
                  <a:srgbClr val="C9694A"/>
                </a:solidFill>
              </a:defRPr>
            </a:lvl1pPr>
            <a:lvl2pPr algn="l">
              <a:defRPr sz="1575" b="1">
                <a:solidFill>
                  <a:srgbClr val="C9694A"/>
                </a:solidFill>
              </a:defRPr>
            </a:lvl2pPr>
            <a:lvl3pPr algn="l">
              <a:defRPr sz="1575" b="1">
                <a:solidFill>
                  <a:srgbClr val="C9694A"/>
                </a:solidFill>
              </a:defRPr>
            </a:lvl3pPr>
            <a:lvl4pPr algn="l">
              <a:defRPr sz="1575" b="1">
                <a:solidFill>
                  <a:srgbClr val="C9694A"/>
                </a:solidFill>
              </a:defRPr>
            </a:lvl4pPr>
            <a:lvl5pPr algn="l">
              <a:defRPr sz="1575" b="1">
                <a:solidFill>
                  <a:srgbClr val="C9694A"/>
                </a:solidFill>
              </a:defRPr>
            </a:lvl5pPr>
            <a:lvl6pPr algn="l">
              <a:defRPr sz="1575" b="1">
                <a:solidFill>
                  <a:srgbClr val="C9694A"/>
                </a:solidFill>
              </a:defRPr>
            </a:lvl6pPr>
            <a:lvl7pPr algn="l">
              <a:defRPr sz="1575" b="1">
                <a:solidFill>
                  <a:srgbClr val="C9694A"/>
                </a:solidFill>
              </a:defRPr>
            </a:lvl7pPr>
            <a:lvl8pPr algn="l">
              <a:defRPr sz="1575" b="1">
                <a:solidFill>
                  <a:srgbClr val="C9694A"/>
                </a:solidFill>
              </a:defRPr>
            </a:lvl8pPr>
            <a:lvl9pPr algn="l">
              <a:defRPr sz="1575" b="1">
                <a:solidFill>
                  <a:srgbClr val="C9694A"/>
                </a:solidFill>
              </a:defRPr>
            </a:lvl9pPr>
          </a:lstStyle>
          <a:p>
            <a:pPr algn="l">
              <a:defRPr sz="1575" b="1">
                <a:solidFill>
                  <a:srgbClr val="C9694A"/>
                </a:solidFill>
              </a:defRPr>
            </a:pPr>
            <a:r>
              <a:rPr sz="1575" b="1">
                <a:solidFill>
                  <a:srgbClr val="C9694A"/>
                </a:solidFill>
              </a:rPr>
              <a:t>02</a:t>
            </a:r>
          </a:p>
        </p:txBody>
      </p:sp>
      <p:sp>
        <p:nvSpPr>
          <p:cNvPr id="12" name="矩形 11">
            <a:extLst>
              <a:ext uri="{FF2B5EF4-FFF2-40B4-BE49-F238E27FC236}">
                <a16:creationId xmlns:a16="http://schemas.microsoft.com/office/drawing/2014/main" id="{EDA5A07D-A2D0-4058-8C2E-756D865C67A9}"/>
              </a:ext>
            </a:extLst>
          </p:cNvPr>
          <p:cNvSpPr>
            <a:spLocks noGrp="1"/>
          </p:cNvSpPr>
          <p:nvPr/>
        </p:nvSpPr>
        <p:spPr>
          <a:xfrm>
            <a:off x="3524250" y="3143250"/>
            <a:ext cx="2000250" cy="38100"/>
          </a:xfrm>
          <a:prstGeom prst="rect">
            <a:avLst/>
          </a:prstGeom>
          <a:solidFill>
            <a:srgbClr val="48685C"/>
          </a:solidFill>
          <a:ln w="0">
            <a:noFill/>
            <a:prstDash val="solid"/>
          </a:ln>
        </p:spPr>
      </p:sp>
      <p:sp>
        <p:nvSpPr>
          <p:cNvPr id="13" name="矩形 12">
            <a:extLst>
              <a:ext uri="{FF2B5EF4-FFF2-40B4-BE49-F238E27FC236}">
                <a16:creationId xmlns:a16="http://schemas.microsoft.com/office/drawing/2014/main" id="{693EB266-41AE-4990-96EE-CA1AE68121ED}"/>
              </a:ext>
            </a:extLst>
          </p:cNvPr>
          <p:cNvSpPr>
            <a:spLocks noGrp="1"/>
          </p:cNvSpPr>
          <p:nvPr/>
        </p:nvSpPr>
        <p:spPr>
          <a:xfrm>
            <a:off x="3524250" y="3429000"/>
            <a:ext cx="2286000" cy="419100"/>
          </a:xfrm>
          <a:prstGeom prst="rect">
            <a:avLst/>
          </a:prstGeom>
          <a:noFill/>
          <a:ln w="0">
            <a:noFill/>
            <a:prstDash val="solid"/>
          </a:ln>
        </p:spPr>
        <p:txBody>
          <a:bodyPr anchor="ctr"/>
          <a:lstStyle>
            <a:defPPr algn="l">
              <a:defRPr sz="1875" b="1">
                <a:solidFill>
                  <a:srgbClr val="1F2925"/>
                </a:solidFill>
              </a:defRPr>
            </a:defPPr>
            <a:lvl1pPr algn="l">
              <a:defRPr sz="1875" b="1">
                <a:solidFill>
                  <a:srgbClr val="1F2925"/>
                </a:solidFill>
              </a:defRPr>
            </a:lvl1pPr>
            <a:lvl2pPr algn="l">
              <a:defRPr sz="1875" b="1">
                <a:solidFill>
                  <a:srgbClr val="1F2925"/>
                </a:solidFill>
              </a:defRPr>
            </a:lvl2pPr>
            <a:lvl3pPr algn="l">
              <a:defRPr sz="1875" b="1">
                <a:solidFill>
                  <a:srgbClr val="1F2925"/>
                </a:solidFill>
              </a:defRPr>
            </a:lvl3pPr>
            <a:lvl4pPr algn="l">
              <a:defRPr sz="1875" b="1">
                <a:solidFill>
                  <a:srgbClr val="1F2925"/>
                </a:solidFill>
              </a:defRPr>
            </a:lvl4pPr>
            <a:lvl5pPr algn="l">
              <a:defRPr sz="1875" b="1">
                <a:solidFill>
                  <a:srgbClr val="1F2925"/>
                </a:solidFill>
              </a:defRPr>
            </a:lvl5pPr>
            <a:lvl6pPr algn="l">
              <a:defRPr sz="1875" b="1">
                <a:solidFill>
                  <a:srgbClr val="1F2925"/>
                </a:solidFill>
              </a:defRPr>
            </a:lvl6pPr>
            <a:lvl7pPr algn="l">
              <a:defRPr sz="1875" b="1">
                <a:solidFill>
                  <a:srgbClr val="1F2925"/>
                </a:solidFill>
              </a:defRPr>
            </a:lvl7pPr>
            <a:lvl8pPr algn="l">
              <a:defRPr sz="1875" b="1">
                <a:solidFill>
                  <a:srgbClr val="1F2925"/>
                </a:solidFill>
              </a:defRPr>
            </a:lvl8pPr>
            <a:lvl9pPr algn="l">
              <a:defRPr sz="1875" b="1">
                <a:solidFill>
                  <a:srgbClr val="1F2925"/>
                </a:solidFill>
              </a:defRPr>
            </a:lvl9pPr>
          </a:lstStyle>
          <a:p>
            <a:pPr algn="l">
              <a:defRPr sz="1875" b="1">
                <a:solidFill>
                  <a:srgbClr val="1F2925"/>
                </a:solidFill>
              </a:defRPr>
            </a:pPr>
            <a:r>
              <a:rPr sz="1875" b="1">
                <a:solidFill>
                  <a:srgbClr val="1F2925"/>
                </a:solidFill>
              </a:rPr>
              <a:t>Estimate demand</a:t>
            </a:r>
          </a:p>
        </p:txBody>
      </p:sp>
      <p:sp>
        <p:nvSpPr>
          <p:cNvPr id="14" name="矩形 13">
            <a:extLst>
              <a:ext uri="{FF2B5EF4-FFF2-40B4-BE49-F238E27FC236}">
                <a16:creationId xmlns:a16="http://schemas.microsoft.com/office/drawing/2014/main" id="{B9B8619F-751F-4003-95BA-0FA710A700D8}"/>
              </a:ext>
            </a:extLst>
          </p:cNvPr>
          <p:cNvSpPr>
            <a:spLocks noGrp="1"/>
          </p:cNvSpPr>
          <p:nvPr/>
        </p:nvSpPr>
        <p:spPr>
          <a:xfrm>
            <a:off x="3524250" y="3981450"/>
            <a:ext cx="228600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Synthetic-sales model</a:t>
            </a:r>
          </a:p>
        </p:txBody>
      </p:sp>
      <p:sp>
        <p:nvSpPr>
          <p:cNvPr id="15" name="矩形 14">
            <a:extLst>
              <a:ext uri="{FF2B5EF4-FFF2-40B4-BE49-F238E27FC236}">
                <a16:creationId xmlns:a16="http://schemas.microsoft.com/office/drawing/2014/main" id="{D92AC659-28B5-4A85-809D-212A18C76501}"/>
              </a:ext>
            </a:extLst>
          </p:cNvPr>
          <p:cNvSpPr>
            <a:spLocks noGrp="1"/>
          </p:cNvSpPr>
          <p:nvPr/>
        </p:nvSpPr>
        <p:spPr>
          <a:xfrm>
            <a:off x="5695950" y="2990850"/>
            <a:ext cx="457200" cy="381000"/>
          </a:xfrm>
          <a:prstGeom prst="rect">
            <a:avLst/>
          </a:prstGeom>
          <a:noFill/>
          <a:ln w="0">
            <a:noFill/>
            <a:prstDash val="solid"/>
          </a:ln>
        </p:spPr>
        <p:txBody>
          <a:bodyPr anchor="ctr"/>
          <a:lstStyle>
            <a:defPPr algn="ctr">
              <a:defRPr sz="2025" b="1">
                <a:solidFill>
                  <a:srgbClr val="48685C"/>
                </a:solidFill>
              </a:defRPr>
            </a:defPPr>
            <a:lvl1pPr algn="ctr">
              <a:defRPr sz="2025" b="1">
                <a:solidFill>
                  <a:srgbClr val="48685C"/>
                </a:solidFill>
              </a:defRPr>
            </a:lvl1pPr>
            <a:lvl2pPr algn="ctr">
              <a:defRPr sz="2025" b="1">
                <a:solidFill>
                  <a:srgbClr val="48685C"/>
                </a:solidFill>
              </a:defRPr>
            </a:lvl2pPr>
            <a:lvl3pPr algn="ctr">
              <a:defRPr sz="2025" b="1">
                <a:solidFill>
                  <a:srgbClr val="48685C"/>
                </a:solidFill>
              </a:defRPr>
            </a:lvl3pPr>
            <a:lvl4pPr algn="ctr">
              <a:defRPr sz="2025" b="1">
                <a:solidFill>
                  <a:srgbClr val="48685C"/>
                </a:solidFill>
              </a:defRPr>
            </a:lvl4pPr>
            <a:lvl5pPr algn="ctr">
              <a:defRPr sz="2025" b="1">
                <a:solidFill>
                  <a:srgbClr val="48685C"/>
                </a:solidFill>
              </a:defRPr>
            </a:lvl5pPr>
            <a:lvl6pPr algn="ctr">
              <a:defRPr sz="2025" b="1">
                <a:solidFill>
                  <a:srgbClr val="48685C"/>
                </a:solidFill>
              </a:defRPr>
            </a:lvl6pPr>
            <a:lvl7pPr algn="ctr">
              <a:defRPr sz="2025" b="1">
                <a:solidFill>
                  <a:srgbClr val="48685C"/>
                </a:solidFill>
              </a:defRPr>
            </a:lvl7pPr>
            <a:lvl8pPr algn="ctr">
              <a:defRPr sz="2025" b="1">
                <a:solidFill>
                  <a:srgbClr val="48685C"/>
                </a:solidFill>
              </a:defRPr>
            </a:lvl8pPr>
            <a:lvl9pPr algn="ctr">
              <a:defRPr sz="2025" b="1">
                <a:solidFill>
                  <a:srgbClr val="48685C"/>
                </a:solidFill>
              </a:defRPr>
            </a:lvl9pPr>
          </a:lstStyle>
          <a:p>
            <a:pPr algn="ctr">
              <a:defRPr sz="2025" b="1">
                <a:solidFill>
                  <a:srgbClr val="48685C"/>
                </a:solidFill>
              </a:defRPr>
            </a:pPr>
            <a:r>
              <a:rPr sz="2025" b="1">
                <a:solidFill>
                  <a:srgbClr val="48685C"/>
                </a:solidFill>
              </a:rPr>
              <a:t>→</a:t>
            </a:r>
          </a:p>
        </p:txBody>
      </p:sp>
      <p:sp>
        <p:nvSpPr>
          <p:cNvPr id="16" name="矩形 15">
            <a:extLst>
              <a:ext uri="{FF2B5EF4-FFF2-40B4-BE49-F238E27FC236}">
                <a16:creationId xmlns:a16="http://schemas.microsoft.com/office/drawing/2014/main" id="{6E1A472F-1193-4A02-8AE3-79971AF64AF5}"/>
              </a:ext>
            </a:extLst>
          </p:cNvPr>
          <p:cNvSpPr>
            <a:spLocks noGrp="1"/>
          </p:cNvSpPr>
          <p:nvPr/>
        </p:nvSpPr>
        <p:spPr>
          <a:xfrm>
            <a:off x="6267450" y="2647950"/>
            <a:ext cx="762000" cy="342900"/>
          </a:xfrm>
          <a:prstGeom prst="rect">
            <a:avLst/>
          </a:prstGeom>
          <a:noFill/>
          <a:ln w="0">
            <a:noFill/>
            <a:prstDash val="solid"/>
          </a:ln>
        </p:spPr>
        <p:txBody>
          <a:bodyPr anchor="ctr"/>
          <a:lstStyle>
            <a:defPPr algn="l">
              <a:defRPr sz="1575" b="1">
                <a:solidFill>
                  <a:srgbClr val="C9694A"/>
                </a:solidFill>
              </a:defRPr>
            </a:defPPr>
            <a:lvl1pPr algn="l">
              <a:defRPr sz="1575" b="1">
                <a:solidFill>
                  <a:srgbClr val="C9694A"/>
                </a:solidFill>
              </a:defRPr>
            </a:lvl1pPr>
            <a:lvl2pPr algn="l">
              <a:defRPr sz="1575" b="1">
                <a:solidFill>
                  <a:srgbClr val="C9694A"/>
                </a:solidFill>
              </a:defRPr>
            </a:lvl2pPr>
            <a:lvl3pPr algn="l">
              <a:defRPr sz="1575" b="1">
                <a:solidFill>
                  <a:srgbClr val="C9694A"/>
                </a:solidFill>
              </a:defRPr>
            </a:lvl3pPr>
            <a:lvl4pPr algn="l">
              <a:defRPr sz="1575" b="1">
                <a:solidFill>
                  <a:srgbClr val="C9694A"/>
                </a:solidFill>
              </a:defRPr>
            </a:lvl4pPr>
            <a:lvl5pPr algn="l">
              <a:defRPr sz="1575" b="1">
                <a:solidFill>
                  <a:srgbClr val="C9694A"/>
                </a:solidFill>
              </a:defRPr>
            </a:lvl5pPr>
            <a:lvl6pPr algn="l">
              <a:defRPr sz="1575" b="1">
                <a:solidFill>
                  <a:srgbClr val="C9694A"/>
                </a:solidFill>
              </a:defRPr>
            </a:lvl6pPr>
            <a:lvl7pPr algn="l">
              <a:defRPr sz="1575" b="1">
                <a:solidFill>
                  <a:srgbClr val="C9694A"/>
                </a:solidFill>
              </a:defRPr>
            </a:lvl7pPr>
            <a:lvl8pPr algn="l">
              <a:defRPr sz="1575" b="1">
                <a:solidFill>
                  <a:srgbClr val="C9694A"/>
                </a:solidFill>
              </a:defRPr>
            </a:lvl8pPr>
            <a:lvl9pPr algn="l">
              <a:defRPr sz="1575" b="1">
                <a:solidFill>
                  <a:srgbClr val="C9694A"/>
                </a:solidFill>
              </a:defRPr>
            </a:lvl9pPr>
          </a:lstStyle>
          <a:p>
            <a:pPr algn="l">
              <a:defRPr sz="1575" b="1">
                <a:solidFill>
                  <a:srgbClr val="C9694A"/>
                </a:solidFill>
              </a:defRPr>
            </a:pPr>
            <a:r>
              <a:rPr sz="1575" b="1">
                <a:solidFill>
                  <a:srgbClr val="C9694A"/>
                </a:solidFill>
              </a:rPr>
              <a:t>03</a:t>
            </a:r>
          </a:p>
        </p:txBody>
      </p:sp>
      <p:sp>
        <p:nvSpPr>
          <p:cNvPr id="17" name="矩形 16">
            <a:extLst>
              <a:ext uri="{FF2B5EF4-FFF2-40B4-BE49-F238E27FC236}">
                <a16:creationId xmlns:a16="http://schemas.microsoft.com/office/drawing/2014/main" id="{B02FB8B0-E0ED-4F22-89A8-C8166AF03503}"/>
              </a:ext>
            </a:extLst>
          </p:cNvPr>
          <p:cNvSpPr>
            <a:spLocks noGrp="1"/>
          </p:cNvSpPr>
          <p:nvPr/>
        </p:nvSpPr>
        <p:spPr>
          <a:xfrm>
            <a:off x="6267450" y="3143250"/>
            <a:ext cx="2000250" cy="38100"/>
          </a:xfrm>
          <a:prstGeom prst="rect">
            <a:avLst/>
          </a:prstGeom>
          <a:solidFill>
            <a:srgbClr val="48685C"/>
          </a:solidFill>
          <a:ln w="0">
            <a:noFill/>
            <a:prstDash val="solid"/>
          </a:ln>
        </p:spPr>
      </p:sp>
      <p:sp>
        <p:nvSpPr>
          <p:cNvPr id="18" name="矩形 17">
            <a:extLst>
              <a:ext uri="{FF2B5EF4-FFF2-40B4-BE49-F238E27FC236}">
                <a16:creationId xmlns:a16="http://schemas.microsoft.com/office/drawing/2014/main" id="{67C24B8C-59D6-47F5-8E9E-B8E046719050}"/>
              </a:ext>
            </a:extLst>
          </p:cNvPr>
          <p:cNvSpPr>
            <a:spLocks noGrp="1"/>
          </p:cNvSpPr>
          <p:nvPr/>
        </p:nvSpPr>
        <p:spPr>
          <a:xfrm>
            <a:off x="6267450" y="3429000"/>
            <a:ext cx="2286000" cy="419100"/>
          </a:xfrm>
          <a:prstGeom prst="rect">
            <a:avLst/>
          </a:prstGeom>
          <a:noFill/>
          <a:ln w="0">
            <a:noFill/>
            <a:prstDash val="solid"/>
          </a:ln>
        </p:spPr>
        <p:txBody>
          <a:bodyPr anchor="ctr"/>
          <a:lstStyle>
            <a:defPPr algn="l">
              <a:defRPr sz="1875" b="1">
                <a:solidFill>
                  <a:srgbClr val="1F2925"/>
                </a:solidFill>
              </a:defRPr>
            </a:defPPr>
            <a:lvl1pPr algn="l">
              <a:defRPr sz="1875" b="1">
                <a:solidFill>
                  <a:srgbClr val="1F2925"/>
                </a:solidFill>
              </a:defRPr>
            </a:lvl1pPr>
            <a:lvl2pPr algn="l">
              <a:defRPr sz="1875" b="1">
                <a:solidFill>
                  <a:srgbClr val="1F2925"/>
                </a:solidFill>
              </a:defRPr>
            </a:lvl2pPr>
            <a:lvl3pPr algn="l">
              <a:defRPr sz="1875" b="1">
                <a:solidFill>
                  <a:srgbClr val="1F2925"/>
                </a:solidFill>
              </a:defRPr>
            </a:lvl3pPr>
            <a:lvl4pPr algn="l">
              <a:defRPr sz="1875" b="1">
                <a:solidFill>
                  <a:srgbClr val="1F2925"/>
                </a:solidFill>
              </a:defRPr>
            </a:lvl4pPr>
            <a:lvl5pPr algn="l">
              <a:defRPr sz="1875" b="1">
                <a:solidFill>
                  <a:srgbClr val="1F2925"/>
                </a:solidFill>
              </a:defRPr>
            </a:lvl5pPr>
            <a:lvl6pPr algn="l">
              <a:defRPr sz="1875" b="1">
                <a:solidFill>
                  <a:srgbClr val="1F2925"/>
                </a:solidFill>
              </a:defRPr>
            </a:lvl6pPr>
            <a:lvl7pPr algn="l">
              <a:defRPr sz="1875" b="1">
                <a:solidFill>
                  <a:srgbClr val="1F2925"/>
                </a:solidFill>
              </a:defRPr>
            </a:lvl7pPr>
            <a:lvl8pPr algn="l">
              <a:defRPr sz="1875" b="1">
                <a:solidFill>
                  <a:srgbClr val="1F2925"/>
                </a:solidFill>
              </a:defRPr>
            </a:lvl8pPr>
            <a:lvl9pPr algn="l">
              <a:defRPr sz="1875" b="1">
                <a:solidFill>
                  <a:srgbClr val="1F2925"/>
                </a:solidFill>
              </a:defRPr>
            </a:lvl9pPr>
          </a:lstStyle>
          <a:p>
            <a:pPr algn="l">
              <a:defRPr sz="1875" b="1">
                <a:solidFill>
                  <a:srgbClr val="1F2925"/>
                </a:solidFill>
              </a:defRPr>
            </a:pPr>
            <a:r>
              <a:rPr sz="1875" b="1">
                <a:solidFill>
                  <a:srgbClr val="1F2925"/>
                </a:solidFill>
              </a:rPr>
              <a:t>Check inventory</a:t>
            </a:r>
          </a:p>
        </p:txBody>
      </p:sp>
      <p:sp>
        <p:nvSpPr>
          <p:cNvPr id="19" name="矩形 18">
            <a:extLst>
              <a:ext uri="{FF2B5EF4-FFF2-40B4-BE49-F238E27FC236}">
                <a16:creationId xmlns:a16="http://schemas.microsoft.com/office/drawing/2014/main" id="{4E1CE7C7-68BD-456F-AD05-EDB8D50CEE37}"/>
              </a:ext>
            </a:extLst>
          </p:cNvPr>
          <p:cNvSpPr>
            <a:spLocks noGrp="1"/>
          </p:cNvSpPr>
          <p:nvPr/>
        </p:nvSpPr>
        <p:spPr>
          <a:xfrm>
            <a:off x="6267450" y="3981450"/>
            <a:ext cx="228600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Convert into supplier packs</a:t>
            </a:r>
          </a:p>
        </p:txBody>
      </p:sp>
      <p:sp>
        <p:nvSpPr>
          <p:cNvPr id="20" name="矩形 19">
            <a:extLst>
              <a:ext uri="{FF2B5EF4-FFF2-40B4-BE49-F238E27FC236}">
                <a16:creationId xmlns:a16="http://schemas.microsoft.com/office/drawing/2014/main" id="{5434FDB9-0063-4871-92FB-0FA396586B11}"/>
              </a:ext>
            </a:extLst>
          </p:cNvPr>
          <p:cNvSpPr>
            <a:spLocks noGrp="1"/>
          </p:cNvSpPr>
          <p:nvPr/>
        </p:nvSpPr>
        <p:spPr>
          <a:xfrm>
            <a:off x="8439150" y="2990850"/>
            <a:ext cx="457200" cy="381000"/>
          </a:xfrm>
          <a:prstGeom prst="rect">
            <a:avLst/>
          </a:prstGeom>
          <a:noFill/>
          <a:ln w="0">
            <a:noFill/>
            <a:prstDash val="solid"/>
          </a:ln>
        </p:spPr>
        <p:txBody>
          <a:bodyPr anchor="ctr"/>
          <a:lstStyle>
            <a:defPPr algn="ctr">
              <a:defRPr sz="2025" b="1">
                <a:solidFill>
                  <a:srgbClr val="48685C"/>
                </a:solidFill>
              </a:defRPr>
            </a:defPPr>
            <a:lvl1pPr algn="ctr">
              <a:defRPr sz="2025" b="1">
                <a:solidFill>
                  <a:srgbClr val="48685C"/>
                </a:solidFill>
              </a:defRPr>
            </a:lvl1pPr>
            <a:lvl2pPr algn="ctr">
              <a:defRPr sz="2025" b="1">
                <a:solidFill>
                  <a:srgbClr val="48685C"/>
                </a:solidFill>
              </a:defRPr>
            </a:lvl2pPr>
            <a:lvl3pPr algn="ctr">
              <a:defRPr sz="2025" b="1">
                <a:solidFill>
                  <a:srgbClr val="48685C"/>
                </a:solidFill>
              </a:defRPr>
            </a:lvl3pPr>
            <a:lvl4pPr algn="ctr">
              <a:defRPr sz="2025" b="1">
                <a:solidFill>
                  <a:srgbClr val="48685C"/>
                </a:solidFill>
              </a:defRPr>
            </a:lvl4pPr>
            <a:lvl5pPr algn="ctr">
              <a:defRPr sz="2025" b="1">
                <a:solidFill>
                  <a:srgbClr val="48685C"/>
                </a:solidFill>
              </a:defRPr>
            </a:lvl5pPr>
            <a:lvl6pPr algn="ctr">
              <a:defRPr sz="2025" b="1">
                <a:solidFill>
                  <a:srgbClr val="48685C"/>
                </a:solidFill>
              </a:defRPr>
            </a:lvl6pPr>
            <a:lvl7pPr algn="ctr">
              <a:defRPr sz="2025" b="1">
                <a:solidFill>
                  <a:srgbClr val="48685C"/>
                </a:solidFill>
              </a:defRPr>
            </a:lvl7pPr>
            <a:lvl8pPr algn="ctr">
              <a:defRPr sz="2025" b="1">
                <a:solidFill>
                  <a:srgbClr val="48685C"/>
                </a:solidFill>
              </a:defRPr>
            </a:lvl8pPr>
            <a:lvl9pPr algn="ctr">
              <a:defRPr sz="2025" b="1">
                <a:solidFill>
                  <a:srgbClr val="48685C"/>
                </a:solidFill>
              </a:defRPr>
            </a:lvl9pPr>
          </a:lstStyle>
          <a:p>
            <a:pPr algn="ctr">
              <a:defRPr sz="2025" b="1">
                <a:solidFill>
                  <a:srgbClr val="48685C"/>
                </a:solidFill>
              </a:defRPr>
            </a:pPr>
            <a:r>
              <a:rPr sz="2025" b="1">
                <a:solidFill>
                  <a:srgbClr val="48685C"/>
                </a:solidFill>
              </a:rPr>
              <a:t>→</a:t>
            </a:r>
          </a:p>
        </p:txBody>
      </p:sp>
      <p:sp>
        <p:nvSpPr>
          <p:cNvPr id="21" name="矩形 20">
            <a:extLst>
              <a:ext uri="{FF2B5EF4-FFF2-40B4-BE49-F238E27FC236}">
                <a16:creationId xmlns:a16="http://schemas.microsoft.com/office/drawing/2014/main" id="{888EC806-251D-4B03-8B7F-CE3D2D003D0E}"/>
              </a:ext>
            </a:extLst>
          </p:cNvPr>
          <p:cNvSpPr>
            <a:spLocks noGrp="1"/>
          </p:cNvSpPr>
          <p:nvPr/>
        </p:nvSpPr>
        <p:spPr>
          <a:xfrm>
            <a:off x="9010650" y="2647950"/>
            <a:ext cx="762000" cy="342900"/>
          </a:xfrm>
          <a:prstGeom prst="rect">
            <a:avLst/>
          </a:prstGeom>
          <a:noFill/>
          <a:ln w="0">
            <a:noFill/>
            <a:prstDash val="solid"/>
          </a:ln>
        </p:spPr>
        <p:txBody>
          <a:bodyPr anchor="ctr"/>
          <a:lstStyle>
            <a:defPPr algn="l">
              <a:defRPr sz="1575" b="1">
                <a:solidFill>
                  <a:srgbClr val="C9694A"/>
                </a:solidFill>
              </a:defRPr>
            </a:defPPr>
            <a:lvl1pPr algn="l">
              <a:defRPr sz="1575" b="1">
                <a:solidFill>
                  <a:srgbClr val="C9694A"/>
                </a:solidFill>
              </a:defRPr>
            </a:lvl1pPr>
            <a:lvl2pPr algn="l">
              <a:defRPr sz="1575" b="1">
                <a:solidFill>
                  <a:srgbClr val="C9694A"/>
                </a:solidFill>
              </a:defRPr>
            </a:lvl2pPr>
            <a:lvl3pPr algn="l">
              <a:defRPr sz="1575" b="1">
                <a:solidFill>
                  <a:srgbClr val="C9694A"/>
                </a:solidFill>
              </a:defRPr>
            </a:lvl3pPr>
            <a:lvl4pPr algn="l">
              <a:defRPr sz="1575" b="1">
                <a:solidFill>
                  <a:srgbClr val="C9694A"/>
                </a:solidFill>
              </a:defRPr>
            </a:lvl4pPr>
            <a:lvl5pPr algn="l">
              <a:defRPr sz="1575" b="1">
                <a:solidFill>
                  <a:srgbClr val="C9694A"/>
                </a:solidFill>
              </a:defRPr>
            </a:lvl5pPr>
            <a:lvl6pPr algn="l">
              <a:defRPr sz="1575" b="1">
                <a:solidFill>
                  <a:srgbClr val="C9694A"/>
                </a:solidFill>
              </a:defRPr>
            </a:lvl6pPr>
            <a:lvl7pPr algn="l">
              <a:defRPr sz="1575" b="1">
                <a:solidFill>
                  <a:srgbClr val="C9694A"/>
                </a:solidFill>
              </a:defRPr>
            </a:lvl7pPr>
            <a:lvl8pPr algn="l">
              <a:defRPr sz="1575" b="1">
                <a:solidFill>
                  <a:srgbClr val="C9694A"/>
                </a:solidFill>
              </a:defRPr>
            </a:lvl8pPr>
            <a:lvl9pPr algn="l">
              <a:defRPr sz="1575" b="1">
                <a:solidFill>
                  <a:srgbClr val="C9694A"/>
                </a:solidFill>
              </a:defRPr>
            </a:lvl9pPr>
          </a:lstStyle>
          <a:p>
            <a:pPr algn="l">
              <a:defRPr sz="1575" b="1">
                <a:solidFill>
                  <a:srgbClr val="C9694A"/>
                </a:solidFill>
              </a:defRPr>
            </a:pPr>
            <a:r>
              <a:rPr sz="1575" b="1">
                <a:solidFill>
                  <a:srgbClr val="C9694A"/>
                </a:solidFill>
              </a:rPr>
              <a:t>04</a:t>
            </a:r>
          </a:p>
        </p:txBody>
      </p:sp>
      <p:sp>
        <p:nvSpPr>
          <p:cNvPr id="22" name="矩形 21">
            <a:extLst>
              <a:ext uri="{FF2B5EF4-FFF2-40B4-BE49-F238E27FC236}">
                <a16:creationId xmlns:a16="http://schemas.microsoft.com/office/drawing/2014/main" id="{555E7D4B-06B9-45E3-9E8D-FC57C8591A22}"/>
              </a:ext>
            </a:extLst>
          </p:cNvPr>
          <p:cNvSpPr>
            <a:spLocks noGrp="1"/>
          </p:cNvSpPr>
          <p:nvPr/>
        </p:nvSpPr>
        <p:spPr>
          <a:xfrm>
            <a:off x="9010650" y="3143250"/>
            <a:ext cx="2000250" cy="38100"/>
          </a:xfrm>
          <a:prstGeom prst="rect">
            <a:avLst/>
          </a:prstGeom>
          <a:solidFill>
            <a:srgbClr val="C9694A"/>
          </a:solidFill>
          <a:ln w="0">
            <a:noFill/>
            <a:prstDash val="solid"/>
          </a:ln>
        </p:spPr>
      </p:sp>
      <p:sp>
        <p:nvSpPr>
          <p:cNvPr id="23" name="矩形 22">
            <a:extLst>
              <a:ext uri="{FF2B5EF4-FFF2-40B4-BE49-F238E27FC236}">
                <a16:creationId xmlns:a16="http://schemas.microsoft.com/office/drawing/2014/main" id="{8722FD76-4661-4C8C-B4FE-58DE6445783B}"/>
              </a:ext>
            </a:extLst>
          </p:cNvPr>
          <p:cNvSpPr>
            <a:spLocks noGrp="1"/>
          </p:cNvSpPr>
          <p:nvPr/>
        </p:nvSpPr>
        <p:spPr>
          <a:xfrm>
            <a:off x="9010650" y="3429000"/>
            <a:ext cx="2286000" cy="419100"/>
          </a:xfrm>
          <a:prstGeom prst="rect">
            <a:avLst/>
          </a:prstGeom>
          <a:noFill/>
          <a:ln w="0">
            <a:noFill/>
            <a:prstDash val="solid"/>
          </a:ln>
        </p:spPr>
        <p:txBody>
          <a:bodyPr anchor="ctr"/>
          <a:lstStyle>
            <a:defPPr algn="l">
              <a:defRPr sz="1875" b="1">
                <a:solidFill>
                  <a:srgbClr val="1F2925"/>
                </a:solidFill>
              </a:defRPr>
            </a:defPPr>
            <a:lvl1pPr algn="l">
              <a:defRPr sz="1875" b="1">
                <a:solidFill>
                  <a:srgbClr val="1F2925"/>
                </a:solidFill>
              </a:defRPr>
            </a:lvl1pPr>
            <a:lvl2pPr algn="l">
              <a:defRPr sz="1875" b="1">
                <a:solidFill>
                  <a:srgbClr val="1F2925"/>
                </a:solidFill>
              </a:defRPr>
            </a:lvl2pPr>
            <a:lvl3pPr algn="l">
              <a:defRPr sz="1875" b="1">
                <a:solidFill>
                  <a:srgbClr val="1F2925"/>
                </a:solidFill>
              </a:defRPr>
            </a:lvl3pPr>
            <a:lvl4pPr algn="l">
              <a:defRPr sz="1875" b="1">
                <a:solidFill>
                  <a:srgbClr val="1F2925"/>
                </a:solidFill>
              </a:defRPr>
            </a:lvl4pPr>
            <a:lvl5pPr algn="l">
              <a:defRPr sz="1875" b="1">
                <a:solidFill>
                  <a:srgbClr val="1F2925"/>
                </a:solidFill>
              </a:defRPr>
            </a:lvl5pPr>
            <a:lvl6pPr algn="l">
              <a:defRPr sz="1875" b="1">
                <a:solidFill>
                  <a:srgbClr val="1F2925"/>
                </a:solidFill>
              </a:defRPr>
            </a:lvl6pPr>
            <a:lvl7pPr algn="l">
              <a:defRPr sz="1875" b="1">
                <a:solidFill>
                  <a:srgbClr val="1F2925"/>
                </a:solidFill>
              </a:defRPr>
            </a:lvl7pPr>
            <a:lvl8pPr algn="l">
              <a:defRPr sz="1875" b="1">
                <a:solidFill>
                  <a:srgbClr val="1F2925"/>
                </a:solidFill>
              </a:defRPr>
            </a:lvl8pPr>
            <a:lvl9pPr algn="l">
              <a:defRPr sz="1875" b="1">
                <a:solidFill>
                  <a:srgbClr val="1F2925"/>
                </a:solidFill>
              </a:defRPr>
            </a:lvl9pPr>
          </a:lstStyle>
          <a:p>
            <a:pPr algn="l">
              <a:defRPr sz="1875" b="1">
                <a:solidFill>
                  <a:srgbClr val="1F2925"/>
                </a:solidFill>
              </a:defRPr>
            </a:pPr>
            <a:r>
              <a:rPr sz="1875" b="1">
                <a:solidFill>
                  <a:srgbClr val="1F2925"/>
                </a:solidFill>
              </a:rPr>
              <a:t>Approve &amp; draft</a:t>
            </a:r>
          </a:p>
        </p:txBody>
      </p:sp>
      <p:sp>
        <p:nvSpPr>
          <p:cNvPr id="24" name="矩形 23">
            <a:extLst>
              <a:ext uri="{FF2B5EF4-FFF2-40B4-BE49-F238E27FC236}">
                <a16:creationId xmlns:a16="http://schemas.microsoft.com/office/drawing/2014/main" id="{4E5F5A88-9DF9-413A-A9E0-C0082955C36D}"/>
              </a:ext>
            </a:extLst>
          </p:cNvPr>
          <p:cNvSpPr>
            <a:spLocks noGrp="1"/>
          </p:cNvSpPr>
          <p:nvPr/>
        </p:nvSpPr>
        <p:spPr>
          <a:xfrm>
            <a:off x="9010650" y="3981450"/>
            <a:ext cx="228600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Owner reviews quantities</a:t>
            </a:r>
          </a:p>
        </p:txBody>
      </p:sp>
      <p:sp>
        <p:nvSpPr>
          <p:cNvPr id="25" name="矩形 24">
            <a:extLst>
              <a:ext uri="{FF2B5EF4-FFF2-40B4-BE49-F238E27FC236}">
                <a16:creationId xmlns:a16="http://schemas.microsoft.com/office/drawing/2014/main" id="{5B1B0BB5-E3AE-4197-9255-73E5DD078B28}"/>
              </a:ext>
            </a:extLst>
          </p:cNvPr>
          <p:cNvSpPr>
            <a:spLocks noGrp="1"/>
          </p:cNvSpPr>
          <p:nvPr/>
        </p:nvSpPr>
        <p:spPr>
          <a:xfrm>
            <a:off x="781050" y="5086350"/>
            <a:ext cx="10382250" cy="457200"/>
          </a:xfrm>
          <a:prstGeom prst="rect">
            <a:avLst/>
          </a:prstGeom>
          <a:noFill/>
          <a:ln w="0">
            <a:noFill/>
            <a:prstDash val="solid"/>
          </a:ln>
        </p:spPr>
        <p:txBody>
          <a:bodyPr anchor="ctr"/>
          <a:lstStyle>
            <a:defPPr algn="l">
              <a:defRPr sz="1575" b="1">
                <a:solidFill>
                  <a:srgbClr val="48685C"/>
                </a:solidFill>
              </a:defRPr>
            </a:defPPr>
            <a:lvl1pPr algn="l">
              <a:defRPr sz="1575" b="1">
                <a:solidFill>
                  <a:srgbClr val="48685C"/>
                </a:solidFill>
              </a:defRPr>
            </a:lvl1pPr>
            <a:lvl2pPr algn="l">
              <a:defRPr sz="1575" b="1">
                <a:solidFill>
                  <a:srgbClr val="48685C"/>
                </a:solidFill>
              </a:defRPr>
            </a:lvl2pPr>
            <a:lvl3pPr algn="l">
              <a:defRPr sz="1575" b="1">
                <a:solidFill>
                  <a:srgbClr val="48685C"/>
                </a:solidFill>
              </a:defRPr>
            </a:lvl3pPr>
            <a:lvl4pPr algn="l">
              <a:defRPr sz="1575" b="1">
                <a:solidFill>
                  <a:srgbClr val="48685C"/>
                </a:solidFill>
              </a:defRPr>
            </a:lvl4pPr>
            <a:lvl5pPr algn="l">
              <a:defRPr sz="1575" b="1">
                <a:solidFill>
                  <a:srgbClr val="48685C"/>
                </a:solidFill>
              </a:defRPr>
            </a:lvl5pPr>
            <a:lvl6pPr algn="l">
              <a:defRPr sz="1575" b="1">
                <a:solidFill>
                  <a:srgbClr val="48685C"/>
                </a:solidFill>
              </a:defRPr>
            </a:lvl6pPr>
            <a:lvl7pPr algn="l">
              <a:defRPr sz="1575" b="1">
                <a:solidFill>
                  <a:srgbClr val="48685C"/>
                </a:solidFill>
              </a:defRPr>
            </a:lvl7pPr>
            <a:lvl8pPr algn="l">
              <a:defRPr sz="1575" b="1">
                <a:solidFill>
                  <a:srgbClr val="48685C"/>
                </a:solidFill>
              </a:defRPr>
            </a:lvl8pPr>
            <a:lvl9pPr algn="l">
              <a:defRPr sz="1575" b="1">
                <a:solidFill>
                  <a:srgbClr val="48685C"/>
                </a:solidFill>
              </a:defRPr>
            </a:lvl9pPr>
          </a:lstStyle>
          <a:p>
            <a:pPr algn="l">
              <a:defRPr sz="1575" b="1">
                <a:solidFill>
                  <a:srgbClr val="48685C"/>
                </a:solidFill>
              </a:defRPr>
            </a:pPr>
            <a:r>
              <a:rPr sz="1575" b="1">
                <a:solidFill>
                  <a:srgbClr val="48685C"/>
                </a:solidFill>
              </a:rPr>
              <a:t>Output: editable restock suggestions, supplier-grouped drafts and a browser-local activity log</a:t>
            </a:r>
          </a:p>
        </p:txBody>
      </p:sp>
    </p:spTree>
    <p:extLst>
      <p:ext uri="{BB962C8B-B14F-4D97-AF65-F5344CB8AC3E}">
        <p14:creationId xmlns:p14="http://schemas.microsoft.com/office/powerpoint/2010/main" val="58767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CE611A3C-61ED-4F95-9963-235BFECAAC1A}"/>
              </a:ext>
            </a:extLst>
          </p:cNvPr>
          <p:cNvSpPr>
            <a:spLocks noGrp="1"/>
          </p:cNvSpPr>
          <p:nvPr/>
        </p:nvSpPr>
        <p:spPr>
          <a:xfrm>
            <a:off x="647700" y="400050"/>
            <a:ext cx="4762500" cy="266700"/>
          </a:xfrm>
          <a:prstGeom prst="rect">
            <a:avLst/>
          </a:prstGeom>
          <a:noFill/>
          <a:ln w="0">
            <a:noFill/>
            <a:prstDash val="solid"/>
          </a:ln>
        </p:spPr>
        <p:txBody>
          <a:bodyPr anchor="ctr"/>
          <a:lstStyle>
            <a:defPPr algn="l">
              <a:defRPr sz="1125" b="1">
                <a:solidFill>
                  <a:srgbClr val="48685C"/>
                </a:solidFill>
              </a:defRPr>
            </a:defPPr>
            <a:lvl1pPr algn="l">
              <a:defRPr sz="1125" b="1">
                <a:solidFill>
                  <a:srgbClr val="48685C"/>
                </a:solidFill>
              </a:defRPr>
            </a:lvl1pPr>
            <a:lvl2pPr algn="l">
              <a:defRPr sz="1125" b="1">
                <a:solidFill>
                  <a:srgbClr val="48685C"/>
                </a:solidFill>
              </a:defRPr>
            </a:lvl2pPr>
            <a:lvl3pPr algn="l">
              <a:defRPr sz="1125" b="1">
                <a:solidFill>
                  <a:srgbClr val="48685C"/>
                </a:solidFill>
              </a:defRPr>
            </a:lvl3pPr>
            <a:lvl4pPr algn="l">
              <a:defRPr sz="1125" b="1">
                <a:solidFill>
                  <a:srgbClr val="48685C"/>
                </a:solidFill>
              </a:defRPr>
            </a:lvl4pPr>
            <a:lvl5pPr algn="l">
              <a:defRPr sz="1125" b="1">
                <a:solidFill>
                  <a:srgbClr val="48685C"/>
                </a:solidFill>
              </a:defRPr>
            </a:lvl5pPr>
            <a:lvl6pPr algn="l">
              <a:defRPr sz="1125" b="1">
                <a:solidFill>
                  <a:srgbClr val="48685C"/>
                </a:solidFill>
              </a:defRPr>
            </a:lvl6pPr>
            <a:lvl7pPr algn="l">
              <a:defRPr sz="1125" b="1">
                <a:solidFill>
                  <a:srgbClr val="48685C"/>
                </a:solidFill>
              </a:defRPr>
            </a:lvl7pPr>
            <a:lvl8pPr algn="l">
              <a:defRPr sz="1125" b="1">
                <a:solidFill>
                  <a:srgbClr val="48685C"/>
                </a:solidFill>
              </a:defRPr>
            </a:lvl8pPr>
            <a:lvl9pPr algn="l">
              <a:defRPr sz="1125" b="1">
                <a:solidFill>
                  <a:srgbClr val="48685C"/>
                </a:solidFill>
              </a:defRPr>
            </a:lvl9pPr>
          </a:lstStyle>
          <a:p>
            <a:pPr algn="l">
              <a:defRPr sz="1125" b="1">
                <a:solidFill>
                  <a:srgbClr val="48685C"/>
                </a:solidFill>
              </a:defRPr>
            </a:pPr>
            <a:r>
              <a:rPr sz="1125" b="1">
                <a:solidFill>
                  <a:srgbClr val="48685C"/>
                </a:solidFill>
              </a:rPr>
              <a:t>A DEMO SNAPSHOT</a:t>
            </a:r>
          </a:p>
        </p:txBody>
      </p:sp>
      <p:sp>
        <p:nvSpPr>
          <p:cNvPr id="2" name="矩形 1">
            <a:extLst>
              <a:ext uri="{FF2B5EF4-FFF2-40B4-BE49-F238E27FC236}">
                <a16:creationId xmlns:a16="http://schemas.microsoft.com/office/drawing/2014/main" id="{D9A82D42-F4E0-4EFC-BF6C-725056F5B316}"/>
              </a:ext>
            </a:extLst>
          </p:cNvPr>
          <p:cNvSpPr>
            <a:spLocks noGrp="1"/>
          </p:cNvSpPr>
          <p:nvPr/>
        </p:nvSpPr>
        <p:spPr>
          <a:xfrm>
            <a:off x="647700" y="819150"/>
            <a:ext cx="10896600" cy="685800"/>
          </a:xfrm>
          <a:prstGeom prst="rect">
            <a:avLst/>
          </a:prstGeom>
          <a:noFill/>
          <a:ln w="0">
            <a:noFill/>
            <a:prstDash val="solid"/>
          </a:ln>
        </p:spPr>
        <p:txBody>
          <a:bodyPr anchor="ctr"/>
          <a:lstStyle>
            <a:defPPr algn="l">
              <a:defRPr sz="3150" b="1">
                <a:solidFill>
                  <a:srgbClr val="1F2925"/>
                </a:solidFill>
              </a:defRPr>
            </a:defPPr>
            <a:lvl1pPr algn="l">
              <a:defRPr sz="3150" b="1">
                <a:solidFill>
                  <a:srgbClr val="1F2925"/>
                </a:solidFill>
              </a:defRPr>
            </a:lvl1pPr>
            <a:lvl2pPr algn="l">
              <a:defRPr sz="3150" b="1">
                <a:solidFill>
                  <a:srgbClr val="1F2925"/>
                </a:solidFill>
              </a:defRPr>
            </a:lvl2pPr>
            <a:lvl3pPr algn="l">
              <a:defRPr sz="3150" b="1">
                <a:solidFill>
                  <a:srgbClr val="1F2925"/>
                </a:solidFill>
              </a:defRPr>
            </a:lvl3pPr>
            <a:lvl4pPr algn="l">
              <a:defRPr sz="3150" b="1">
                <a:solidFill>
                  <a:srgbClr val="1F2925"/>
                </a:solidFill>
              </a:defRPr>
            </a:lvl4pPr>
            <a:lvl5pPr algn="l">
              <a:defRPr sz="3150" b="1">
                <a:solidFill>
                  <a:srgbClr val="1F2925"/>
                </a:solidFill>
              </a:defRPr>
            </a:lvl5pPr>
            <a:lvl6pPr algn="l">
              <a:defRPr sz="3150" b="1">
                <a:solidFill>
                  <a:srgbClr val="1F2925"/>
                </a:solidFill>
              </a:defRPr>
            </a:lvl6pPr>
            <a:lvl7pPr algn="l">
              <a:defRPr sz="3150" b="1">
                <a:solidFill>
                  <a:srgbClr val="1F2925"/>
                </a:solidFill>
              </a:defRPr>
            </a:lvl7pPr>
            <a:lvl8pPr algn="l">
              <a:defRPr sz="3150" b="1">
                <a:solidFill>
                  <a:srgbClr val="1F2925"/>
                </a:solidFill>
              </a:defRPr>
            </a:lvl8pPr>
            <a:lvl9pPr algn="l">
              <a:defRPr sz="3150" b="1">
                <a:solidFill>
                  <a:srgbClr val="1F2925"/>
                </a:solidFill>
              </a:defRPr>
            </a:lvl9pPr>
          </a:lstStyle>
          <a:p>
            <a:pPr algn="l">
              <a:defRPr sz="3150" b="1">
                <a:solidFill>
                  <a:srgbClr val="1F2925"/>
                </a:solidFill>
              </a:defRPr>
            </a:pPr>
            <a:r>
              <a:rPr sz="3150" b="1">
                <a:solidFill>
                  <a:srgbClr val="1F2925"/>
                </a:solidFill>
              </a:rPr>
              <a:t>Live demo: rain scenario lowers estimated demand</a:t>
            </a:r>
          </a:p>
        </p:txBody>
      </p:sp>
      <p:sp>
        <p:nvSpPr>
          <p:cNvPr id="3" name="矩形 2">
            <a:extLst>
              <a:ext uri="{FF2B5EF4-FFF2-40B4-BE49-F238E27FC236}">
                <a16:creationId xmlns:a16="http://schemas.microsoft.com/office/drawing/2014/main" id="{FAC7FB0C-C72B-4EC5-8793-F538D1030936}"/>
              </a:ext>
            </a:extLst>
          </p:cNvPr>
          <p:cNvSpPr>
            <a:spLocks noGrp="1"/>
          </p:cNvSpPr>
          <p:nvPr/>
        </p:nvSpPr>
        <p:spPr>
          <a:xfrm>
            <a:off x="647700" y="6334125"/>
            <a:ext cx="10896600" cy="9525"/>
          </a:xfrm>
          <a:prstGeom prst="rect">
            <a:avLst/>
          </a:prstGeom>
          <a:solidFill>
            <a:srgbClr val="C9D1CA"/>
          </a:solidFill>
          <a:ln w="0">
            <a:noFill/>
            <a:prstDash val="solid"/>
          </a:ln>
        </p:spPr>
      </p:sp>
      <p:sp>
        <p:nvSpPr>
          <p:cNvPr id="4" name="矩形 3">
            <a:extLst>
              <a:ext uri="{FF2B5EF4-FFF2-40B4-BE49-F238E27FC236}">
                <a16:creationId xmlns:a16="http://schemas.microsoft.com/office/drawing/2014/main" id="{287EEE19-5549-409B-BD84-3865E1DC1250}"/>
              </a:ext>
            </a:extLst>
          </p:cNvPr>
          <p:cNvSpPr>
            <a:spLocks noGrp="1"/>
          </p:cNvSpPr>
          <p:nvPr/>
        </p:nvSpPr>
        <p:spPr>
          <a:xfrm>
            <a:off x="10972800" y="6419850"/>
            <a:ext cx="571500" cy="228600"/>
          </a:xfrm>
          <a:prstGeom prst="rect">
            <a:avLst/>
          </a:prstGeom>
          <a:noFill/>
          <a:ln w="0">
            <a:noFill/>
            <a:prstDash val="solid"/>
          </a:ln>
        </p:spPr>
        <p:txBody>
          <a:bodyPr anchor="ctr"/>
          <a:lstStyle>
            <a:defPPr algn="r">
              <a:defRPr sz="1050" b="1">
                <a:solidFill>
                  <a:srgbClr val="66716B"/>
                </a:solidFill>
              </a:defRPr>
            </a:defPPr>
            <a:lvl1pPr algn="r">
              <a:defRPr sz="1050" b="1">
                <a:solidFill>
                  <a:srgbClr val="66716B"/>
                </a:solidFill>
              </a:defRPr>
            </a:lvl1pPr>
            <a:lvl2pPr algn="r">
              <a:defRPr sz="1050" b="1">
                <a:solidFill>
                  <a:srgbClr val="66716B"/>
                </a:solidFill>
              </a:defRPr>
            </a:lvl2pPr>
            <a:lvl3pPr algn="r">
              <a:defRPr sz="1050" b="1">
                <a:solidFill>
                  <a:srgbClr val="66716B"/>
                </a:solidFill>
              </a:defRPr>
            </a:lvl3pPr>
            <a:lvl4pPr algn="r">
              <a:defRPr sz="1050" b="1">
                <a:solidFill>
                  <a:srgbClr val="66716B"/>
                </a:solidFill>
              </a:defRPr>
            </a:lvl4pPr>
            <a:lvl5pPr algn="r">
              <a:defRPr sz="1050" b="1">
                <a:solidFill>
                  <a:srgbClr val="66716B"/>
                </a:solidFill>
              </a:defRPr>
            </a:lvl5pPr>
            <a:lvl6pPr algn="r">
              <a:defRPr sz="1050" b="1">
                <a:solidFill>
                  <a:srgbClr val="66716B"/>
                </a:solidFill>
              </a:defRPr>
            </a:lvl6pPr>
            <a:lvl7pPr algn="r">
              <a:defRPr sz="1050" b="1">
                <a:solidFill>
                  <a:srgbClr val="66716B"/>
                </a:solidFill>
              </a:defRPr>
            </a:lvl7pPr>
            <a:lvl8pPr algn="r">
              <a:defRPr sz="1050" b="1">
                <a:solidFill>
                  <a:srgbClr val="66716B"/>
                </a:solidFill>
              </a:defRPr>
            </a:lvl8pPr>
            <a:lvl9pPr algn="r">
              <a:defRPr sz="1050" b="1">
                <a:solidFill>
                  <a:srgbClr val="66716B"/>
                </a:solidFill>
              </a:defRPr>
            </a:lvl9pPr>
          </a:lstStyle>
          <a:p>
            <a:pPr algn="r">
              <a:defRPr sz="1050" b="1">
                <a:solidFill>
                  <a:srgbClr val="66716B"/>
                </a:solidFill>
              </a:defRPr>
            </a:pPr>
            <a:r>
              <a:rPr sz="1050" b="1">
                <a:solidFill>
                  <a:srgbClr val="66716B"/>
                </a:solidFill>
              </a:rPr>
              <a:t>04</a:t>
            </a:r>
          </a:p>
        </p:txBody>
      </p:sp>
      <p:sp>
        <p:nvSpPr>
          <p:cNvPr id="5" name="矩形 4">
            <a:extLst>
              <a:ext uri="{FF2B5EF4-FFF2-40B4-BE49-F238E27FC236}">
                <a16:creationId xmlns:a16="http://schemas.microsoft.com/office/drawing/2014/main" id="{A5093EA6-1F28-4895-A057-01DF90B85E39}"/>
              </a:ext>
            </a:extLst>
          </p:cNvPr>
          <p:cNvSpPr>
            <a:spLocks noGrp="1"/>
          </p:cNvSpPr>
          <p:nvPr/>
        </p:nvSpPr>
        <p:spPr>
          <a:xfrm>
            <a:off x="647700" y="1562100"/>
            <a:ext cx="6667500" cy="333375"/>
          </a:xfrm>
          <a:prstGeom prst="rect">
            <a:avLst/>
          </a:prstGeom>
          <a:noFill/>
          <a:ln w="0">
            <a:noFill/>
            <a:prstDash val="solid"/>
          </a:ln>
        </p:spPr>
        <p:txBody>
          <a:bodyPr anchor="ctr"/>
          <a:lstStyle>
            <a:defPPr algn="l">
              <a:defRPr sz="1350" b="1">
                <a:solidFill>
                  <a:srgbClr val="66716B"/>
                </a:solidFill>
              </a:defRPr>
            </a:defPPr>
            <a:lvl1pPr algn="l">
              <a:defRPr sz="1350" b="1">
                <a:solidFill>
                  <a:srgbClr val="66716B"/>
                </a:solidFill>
              </a:defRPr>
            </a:lvl1pPr>
            <a:lvl2pPr algn="l">
              <a:defRPr sz="1350" b="1">
                <a:solidFill>
                  <a:srgbClr val="66716B"/>
                </a:solidFill>
              </a:defRPr>
            </a:lvl2pPr>
            <a:lvl3pPr algn="l">
              <a:defRPr sz="1350" b="1">
                <a:solidFill>
                  <a:srgbClr val="66716B"/>
                </a:solidFill>
              </a:defRPr>
            </a:lvl3pPr>
            <a:lvl4pPr algn="l">
              <a:defRPr sz="1350" b="1">
                <a:solidFill>
                  <a:srgbClr val="66716B"/>
                </a:solidFill>
              </a:defRPr>
            </a:lvl4pPr>
            <a:lvl5pPr algn="l">
              <a:defRPr sz="1350" b="1">
                <a:solidFill>
                  <a:srgbClr val="66716B"/>
                </a:solidFill>
              </a:defRPr>
            </a:lvl5pPr>
            <a:lvl6pPr algn="l">
              <a:defRPr sz="1350" b="1">
                <a:solidFill>
                  <a:srgbClr val="66716B"/>
                </a:solidFill>
              </a:defRPr>
            </a:lvl6pPr>
            <a:lvl7pPr algn="l">
              <a:defRPr sz="1350" b="1">
                <a:solidFill>
                  <a:srgbClr val="66716B"/>
                </a:solidFill>
              </a:defRPr>
            </a:lvl7pPr>
            <a:lvl8pPr algn="l">
              <a:defRPr sz="1350" b="1">
                <a:solidFill>
                  <a:srgbClr val="66716B"/>
                </a:solidFill>
              </a:defRPr>
            </a:lvl8pPr>
            <a:lvl9pPr algn="l">
              <a:defRPr sz="1350" b="1">
                <a:solidFill>
                  <a:srgbClr val="66716B"/>
                </a:solidFill>
              </a:defRPr>
            </a:lvl9pPr>
          </a:lstStyle>
          <a:p>
            <a:pPr algn="l">
              <a:defRPr sz="1350" b="1">
                <a:solidFill>
                  <a:srgbClr val="66716B"/>
                </a:solidFill>
              </a:defRPr>
            </a:pPr>
            <a:r>
              <a:rPr sz="1350" b="1">
                <a:solidFill>
                  <a:srgbClr val="66716B"/>
                </a:solidFill>
              </a:rPr>
              <a:t>OCT 24, 2026  ·  KUALA LUMPUR  ·  THUNDERSTORM FORECAST</a:t>
            </a:r>
          </a:p>
        </p:txBody>
      </p:sp>
      <p:sp>
        <p:nvSpPr>
          <p:cNvPr id="6" name="矩形 5">
            <a:extLst>
              <a:ext uri="{FF2B5EF4-FFF2-40B4-BE49-F238E27FC236}">
                <a16:creationId xmlns:a16="http://schemas.microsoft.com/office/drawing/2014/main" id="{D4A9D57C-FF30-4C5C-A853-E7CB35E96626}"/>
              </a:ext>
            </a:extLst>
          </p:cNvPr>
          <p:cNvSpPr>
            <a:spLocks noGrp="1"/>
          </p:cNvSpPr>
          <p:nvPr/>
        </p:nvSpPr>
        <p:spPr>
          <a:xfrm>
            <a:off x="647700" y="2152650"/>
            <a:ext cx="3238500" cy="952500"/>
          </a:xfrm>
          <a:prstGeom prst="rect">
            <a:avLst/>
          </a:prstGeom>
          <a:noFill/>
          <a:ln w="0">
            <a:noFill/>
            <a:prstDash val="solid"/>
          </a:ln>
        </p:spPr>
        <p:txBody>
          <a:bodyPr anchor="ctr"/>
          <a:lstStyle>
            <a:defPPr algn="l">
              <a:defRPr sz="5850" b="1">
                <a:solidFill>
                  <a:srgbClr val="C9694A"/>
                </a:solidFill>
              </a:defRPr>
            </a:defPPr>
            <a:lvl1pPr algn="l">
              <a:defRPr sz="5850" b="1">
                <a:solidFill>
                  <a:srgbClr val="C9694A"/>
                </a:solidFill>
              </a:defRPr>
            </a:lvl1pPr>
            <a:lvl2pPr algn="l">
              <a:defRPr sz="5850" b="1">
                <a:solidFill>
                  <a:srgbClr val="C9694A"/>
                </a:solidFill>
              </a:defRPr>
            </a:lvl2pPr>
            <a:lvl3pPr algn="l">
              <a:defRPr sz="5850" b="1">
                <a:solidFill>
                  <a:srgbClr val="C9694A"/>
                </a:solidFill>
              </a:defRPr>
            </a:lvl3pPr>
            <a:lvl4pPr algn="l">
              <a:defRPr sz="5850" b="1">
                <a:solidFill>
                  <a:srgbClr val="C9694A"/>
                </a:solidFill>
              </a:defRPr>
            </a:lvl4pPr>
            <a:lvl5pPr algn="l">
              <a:defRPr sz="5850" b="1">
                <a:solidFill>
                  <a:srgbClr val="C9694A"/>
                </a:solidFill>
              </a:defRPr>
            </a:lvl5pPr>
            <a:lvl6pPr algn="l">
              <a:defRPr sz="5850" b="1">
                <a:solidFill>
                  <a:srgbClr val="C9694A"/>
                </a:solidFill>
              </a:defRPr>
            </a:lvl6pPr>
            <a:lvl7pPr algn="l">
              <a:defRPr sz="5850" b="1">
                <a:solidFill>
                  <a:srgbClr val="C9694A"/>
                </a:solidFill>
              </a:defRPr>
            </a:lvl7pPr>
            <a:lvl8pPr algn="l">
              <a:defRPr sz="5850" b="1">
                <a:solidFill>
                  <a:srgbClr val="C9694A"/>
                </a:solidFill>
              </a:defRPr>
            </a:lvl8pPr>
            <a:lvl9pPr algn="l">
              <a:defRPr sz="5850" b="1">
                <a:solidFill>
                  <a:srgbClr val="C9694A"/>
                </a:solidFill>
              </a:defRPr>
            </a:lvl9pPr>
          </a:lstStyle>
          <a:p>
            <a:pPr algn="l">
              <a:defRPr sz="5850" b="1">
                <a:solidFill>
                  <a:srgbClr val="C9694A"/>
                </a:solidFill>
              </a:defRPr>
            </a:pPr>
            <a:r>
              <a:rPr sz="5850" b="1">
                <a:solidFill>
                  <a:srgbClr val="C9694A"/>
                </a:solidFill>
              </a:rPr>
              <a:t>205.3</a:t>
            </a:r>
          </a:p>
        </p:txBody>
      </p:sp>
      <p:sp>
        <p:nvSpPr>
          <p:cNvPr id="7" name="矩形 6">
            <a:extLst>
              <a:ext uri="{FF2B5EF4-FFF2-40B4-BE49-F238E27FC236}">
                <a16:creationId xmlns:a16="http://schemas.microsoft.com/office/drawing/2014/main" id="{909F7D63-F5FF-435A-82BE-64B876C7A7B1}"/>
              </a:ext>
            </a:extLst>
          </p:cNvPr>
          <p:cNvSpPr>
            <a:spLocks noGrp="1"/>
          </p:cNvSpPr>
          <p:nvPr/>
        </p:nvSpPr>
        <p:spPr>
          <a:xfrm>
            <a:off x="723900" y="3124200"/>
            <a:ext cx="3429000" cy="342900"/>
          </a:xfrm>
          <a:prstGeom prst="rect">
            <a:avLst/>
          </a:prstGeom>
          <a:noFill/>
          <a:ln w="0">
            <a:noFill/>
            <a:prstDash val="solid"/>
          </a:ln>
        </p:spPr>
        <p:txBody>
          <a:bodyPr anchor="ctr"/>
          <a:lstStyle>
            <a:defPPr algn="l">
              <a:defRPr sz="1575" b="1">
                <a:solidFill>
                  <a:srgbClr val="1F2925"/>
                </a:solidFill>
              </a:defRPr>
            </a:defPPr>
            <a:lvl1pPr algn="l">
              <a:defRPr sz="1575" b="1">
                <a:solidFill>
                  <a:srgbClr val="1F2925"/>
                </a:solidFill>
              </a:defRPr>
            </a:lvl1pPr>
            <a:lvl2pPr algn="l">
              <a:defRPr sz="1575" b="1">
                <a:solidFill>
                  <a:srgbClr val="1F2925"/>
                </a:solidFill>
              </a:defRPr>
            </a:lvl2pPr>
            <a:lvl3pPr algn="l">
              <a:defRPr sz="1575" b="1">
                <a:solidFill>
                  <a:srgbClr val="1F2925"/>
                </a:solidFill>
              </a:defRPr>
            </a:lvl3pPr>
            <a:lvl4pPr algn="l">
              <a:defRPr sz="1575" b="1">
                <a:solidFill>
                  <a:srgbClr val="1F2925"/>
                </a:solidFill>
              </a:defRPr>
            </a:lvl4pPr>
            <a:lvl5pPr algn="l">
              <a:defRPr sz="1575" b="1">
                <a:solidFill>
                  <a:srgbClr val="1F2925"/>
                </a:solidFill>
              </a:defRPr>
            </a:lvl5pPr>
            <a:lvl6pPr algn="l">
              <a:defRPr sz="1575" b="1">
                <a:solidFill>
                  <a:srgbClr val="1F2925"/>
                </a:solidFill>
              </a:defRPr>
            </a:lvl6pPr>
            <a:lvl7pPr algn="l">
              <a:defRPr sz="1575" b="1">
                <a:solidFill>
                  <a:srgbClr val="1F2925"/>
                </a:solidFill>
              </a:defRPr>
            </a:lvl7pPr>
            <a:lvl8pPr algn="l">
              <a:defRPr sz="1575" b="1">
                <a:solidFill>
                  <a:srgbClr val="1F2925"/>
                </a:solidFill>
              </a:defRPr>
            </a:lvl8pPr>
            <a:lvl9pPr algn="l">
              <a:defRPr sz="1575" b="1">
                <a:solidFill>
                  <a:srgbClr val="1F2925"/>
                </a:solidFill>
              </a:defRPr>
            </a:lvl9pPr>
          </a:lstStyle>
          <a:p>
            <a:pPr algn="l">
              <a:defRPr sz="1575" b="1">
                <a:solidFill>
                  <a:srgbClr val="1F2925"/>
                </a:solidFill>
              </a:defRPr>
            </a:pPr>
            <a:r>
              <a:rPr sz="1575" b="1">
                <a:solidFill>
                  <a:srgbClr val="1F2925"/>
                </a:solidFill>
              </a:rPr>
              <a:t>expected drink portions</a:t>
            </a:r>
          </a:p>
        </p:txBody>
      </p:sp>
      <p:sp>
        <p:nvSpPr>
          <p:cNvPr id="8" name="矩形 7">
            <a:extLst>
              <a:ext uri="{FF2B5EF4-FFF2-40B4-BE49-F238E27FC236}">
                <a16:creationId xmlns:a16="http://schemas.microsoft.com/office/drawing/2014/main" id="{4A5F4763-C7A0-4CE4-866F-D38888EFA554}"/>
              </a:ext>
            </a:extLst>
          </p:cNvPr>
          <p:cNvSpPr>
            <a:spLocks noGrp="1"/>
          </p:cNvSpPr>
          <p:nvPr/>
        </p:nvSpPr>
        <p:spPr>
          <a:xfrm>
            <a:off x="647700" y="3886200"/>
            <a:ext cx="3238500" cy="323850"/>
          </a:xfrm>
          <a:prstGeom prst="rect">
            <a:avLst/>
          </a:prstGeom>
          <a:noFill/>
          <a:ln w="0">
            <a:noFill/>
            <a:prstDash val="solid"/>
          </a:ln>
        </p:spPr>
        <p:txBody>
          <a:bodyPr anchor="ctr"/>
          <a:lstStyle>
            <a:defPPr algn="l">
              <a:defRPr sz="1500" b="0">
                <a:solidFill>
                  <a:srgbClr val="66716B"/>
                </a:solidFill>
              </a:defRPr>
            </a:defPPr>
            <a:lvl1pPr algn="l">
              <a:defRPr sz="1500" b="0">
                <a:solidFill>
                  <a:srgbClr val="66716B"/>
                </a:solidFill>
              </a:defRPr>
            </a:lvl1pPr>
            <a:lvl2pPr algn="l">
              <a:defRPr sz="1500" b="0">
                <a:solidFill>
                  <a:srgbClr val="66716B"/>
                </a:solidFill>
              </a:defRPr>
            </a:lvl2pPr>
            <a:lvl3pPr algn="l">
              <a:defRPr sz="1500" b="0">
                <a:solidFill>
                  <a:srgbClr val="66716B"/>
                </a:solidFill>
              </a:defRPr>
            </a:lvl3pPr>
            <a:lvl4pPr algn="l">
              <a:defRPr sz="1500" b="0">
                <a:solidFill>
                  <a:srgbClr val="66716B"/>
                </a:solidFill>
              </a:defRPr>
            </a:lvl4pPr>
            <a:lvl5pPr algn="l">
              <a:defRPr sz="1500" b="0">
                <a:solidFill>
                  <a:srgbClr val="66716B"/>
                </a:solidFill>
              </a:defRPr>
            </a:lvl5pPr>
            <a:lvl6pPr algn="l">
              <a:defRPr sz="1500" b="0">
                <a:solidFill>
                  <a:srgbClr val="66716B"/>
                </a:solidFill>
              </a:defRPr>
            </a:lvl6pPr>
            <a:lvl7pPr algn="l">
              <a:defRPr sz="1500" b="0">
                <a:solidFill>
                  <a:srgbClr val="66716B"/>
                </a:solidFill>
              </a:defRPr>
            </a:lvl7pPr>
            <a:lvl8pPr algn="l">
              <a:defRPr sz="1500" b="0">
                <a:solidFill>
                  <a:srgbClr val="66716B"/>
                </a:solidFill>
              </a:defRPr>
            </a:lvl8pPr>
            <a:lvl9pPr algn="l">
              <a:defRPr sz="1500" b="0">
                <a:solidFill>
                  <a:srgbClr val="66716B"/>
                </a:solidFill>
              </a:defRPr>
            </a:lvl9pPr>
          </a:lstStyle>
          <a:p>
            <a:pPr algn="l">
              <a:defRPr sz="1500" b="0">
                <a:solidFill>
                  <a:srgbClr val="66716B"/>
                </a:solidFill>
              </a:defRPr>
            </a:pPr>
            <a:r>
              <a:rPr sz="1500" b="0">
                <a:solidFill>
                  <a:srgbClr val="66716B"/>
                </a:solidFill>
              </a:rPr>
              <a:t>Typical-weather reference</a:t>
            </a:r>
          </a:p>
        </p:txBody>
      </p:sp>
      <p:sp>
        <p:nvSpPr>
          <p:cNvPr id="9" name="矩形 8">
            <a:extLst>
              <a:ext uri="{FF2B5EF4-FFF2-40B4-BE49-F238E27FC236}">
                <a16:creationId xmlns:a16="http://schemas.microsoft.com/office/drawing/2014/main" id="{CA25A927-6436-4527-BCD7-7F37CE332FC5}"/>
              </a:ext>
            </a:extLst>
          </p:cNvPr>
          <p:cNvSpPr>
            <a:spLocks noGrp="1"/>
          </p:cNvSpPr>
          <p:nvPr/>
        </p:nvSpPr>
        <p:spPr>
          <a:xfrm>
            <a:off x="647700" y="4229100"/>
            <a:ext cx="3238500" cy="32385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235.8 portions</a:t>
            </a:r>
          </a:p>
        </p:txBody>
      </p:sp>
      <p:sp>
        <p:nvSpPr>
          <p:cNvPr id="10" name="矩形 9">
            <a:extLst>
              <a:ext uri="{FF2B5EF4-FFF2-40B4-BE49-F238E27FC236}">
                <a16:creationId xmlns:a16="http://schemas.microsoft.com/office/drawing/2014/main" id="{8E14C508-D426-44BD-BD9C-868FF250D050}"/>
              </a:ext>
            </a:extLst>
          </p:cNvPr>
          <p:cNvSpPr>
            <a:spLocks noGrp="1"/>
          </p:cNvSpPr>
          <p:nvPr/>
        </p:nvSpPr>
        <p:spPr>
          <a:xfrm>
            <a:off x="4133850" y="3848100"/>
            <a:ext cx="1809750" cy="400050"/>
          </a:xfrm>
          <a:prstGeom prst="rect">
            <a:avLst/>
          </a:prstGeom>
          <a:noFill/>
          <a:ln w="0">
            <a:noFill/>
            <a:prstDash val="solid"/>
          </a:ln>
        </p:spPr>
        <p:txBody>
          <a:bodyPr anchor="ctr"/>
          <a:lstStyle>
            <a:defPPr algn="l">
              <a:defRPr sz="2250" b="1">
                <a:solidFill>
                  <a:srgbClr val="48685C"/>
                </a:solidFill>
              </a:defRPr>
            </a:defPPr>
            <a:lvl1pPr algn="l">
              <a:defRPr sz="2250" b="1">
                <a:solidFill>
                  <a:srgbClr val="48685C"/>
                </a:solidFill>
              </a:defRPr>
            </a:lvl1pPr>
            <a:lvl2pPr algn="l">
              <a:defRPr sz="2250" b="1">
                <a:solidFill>
                  <a:srgbClr val="48685C"/>
                </a:solidFill>
              </a:defRPr>
            </a:lvl2pPr>
            <a:lvl3pPr algn="l">
              <a:defRPr sz="2250" b="1">
                <a:solidFill>
                  <a:srgbClr val="48685C"/>
                </a:solidFill>
              </a:defRPr>
            </a:lvl3pPr>
            <a:lvl4pPr algn="l">
              <a:defRPr sz="2250" b="1">
                <a:solidFill>
                  <a:srgbClr val="48685C"/>
                </a:solidFill>
              </a:defRPr>
            </a:lvl4pPr>
            <a:lvl5pPr algn="l">
              <a:defRPr sz="2250" b="1">
                <a:solidFill>
                  <a:srgbClr val="48685C"/>
                </a:solidFill>
              </a:defRPr>
            </a:lvl5pPr>
            <a:lvl6pPr algn="l">
              <a:defRPr sz="2250" b="1">
                <a:solidFill>
                  <a:srgbClr val="48685C"/>
                </a:solidFill>
              </a:defRPr>
            </a:lvl6pPr>
            <a:lvl7pPr algn="l">
              <a:defRPr sz="2250" b="1">
                <a:solidFill>
                  <a:srgbClr val="48685C"/>
                </a:solidFill>
              </a:defRPr>
            </a:lvl7pPr>
            <a:lvl8pPr algn="l">
              <a:defRPr sz="2250" b="1">
                <a:solidFill>
                  <a:srgbClr val="48685C"/>
                </a:solidFill>
              </a:defRPr>
            </a:lvl8pPr>
            <a:lvl9pPr algn="l">
              <a:defRPr sz="2250" b="1">
                <a:solidFill>
                  <a:srgbClr val="48685C"/>
                </a:solidFill>
              </a:defRPr>
            </a:lvl9pPr>
          </a:lstStyle>
          <a:p>
            <a:pPr algn="l">
              <a:defRPr sz="2250" b="1">
                <a:solidFill>
                  <a:srgbClr val="48685C"/>
                </a:solidFill>
              </a:defRPr>
            </a:pPr>
            <a:r>
              <a:rPr sz="2250" b="1">
                <a:solidFill>
                  <a:srgbClr val="48685C"/>
                </a:solidFill>
              </a:rPr>
              <a:t>−30.5</a:t>
            </a:r>
          </a:p>
        </p:txBody>
      </p:sp>
      <p:sp>
        <p:nvSpPr>
          <p:cNvPr id="11" name="矩形 10">
            <a:extLst>
              <a:ext uri="{FF2B5EF4-FFF2-40B4-BE49-F238E27FC236}">
                <a16:creationId xmlns:a16="http://schemas.microsoft.com/office/drawing/2014/main" id="{D7C49480-039A-46B3-B733-90E9D3339115}"/>
              </a:ext>
            </a:extLst>
          </p:cNvPr>
          <p:cNvSpPr>
            <a:spLocks noGrp="1"/>
          </p:cNvSpPr>
          <p:nvPr/>
        </p:nvSpPr>
        <p:spPr>
          <a:xfrm>
            <a:off x="4133850" y="4267200"/>
            <a:ext cx="2857500" cy="304800"/>
          </a:xfrm>
          <a:prstGeom prst="rect">
            <a:avLst/>
          </a:prstGeom>
          <a:noFill/>
          <a:ln w="0">
            <a:noFill/>
            <a:prstDash val="solid"/>
          </a:ln>
        </p:spPr>
        <p:txBody>
          <a:bodyPr anchor="ctr"/>
          <a:lstStyle>
            <a:defPPr algn="l">
              <a:defRPr sz="1275" b="0">
                <a:solidFill>
                  <a:srgbClr val="66716B"/>
                </a:solidFill>
              </a:defRPr>
            </a:defPPr>
            <a:lvl1pPr algn="l">
              <a:defRPr sz="1275" b="0">
                <a:solidFill>
                  <a:srgbClr val="66716B"/>
                </a:solidFill>
              </a:defRPr>
            </a:lvl1pPr>
            <a:lvl2pPr algn="l">
              <a:defRPr sz="1275" b="0">
                <a:solidFill>
                  <a:srgbClr val="66716B"/>
                </a:solidFill>
              </a:defRPr>
            </a:lvl2pPr>
            <a:lvl3pPr algn="l">
              <a:defRPr sz="1275" b="0">
                <a:solidFill>
                  <a:srgbClr val="66716B"/>
                </a:solidFill>
              </a:defRPr>
            </a:lvl3pPr>
            <a:lvl4pPr algn="l">
              <a:defRPr sz="1275" b="0">
                <a:solidFill>
                  <a:srgbClr val="66716B"/>
                </a:solidFill>
              </a:defRPr>
            </a:lvl4pPr>
            <a:lvl5pPr algn="l">
              <a:defRPr sz="1275" b="0">
                <a:solidFill>
                  <a:srgbClr val="66716B"/>
                </a:solidFill>
              </a:defRPr>
            </a:lvl5pPr>
            <a:lvl6pPr algn="l">
              <a:defRPr sz="1275" b="0">
                <a:solidFill>
                  <a:srgbClr val="66716B"/>
                </a:solidFill>
              </a:defRPr>
            </a:lvl6pPr>
            <a:lvl7pPr algn="l">
              <a:defRPr sz="1275" b="0">
                <a:solidFill>
                  <a:srgbClr val="66716B"/>
                </a:solidFill>
              </a:defRPr>
            </a:lvl7pPr>
            <a:lvl8pPr algn="l">
              <a:defRPr sz="1275" b="0">
                <a:solidFill>
                  <a:srgbClr val="66716B"/>
                </a:solidFill>
              </a:defRPr>
            </a:lvl8pPr>
            <a:lvl9pPr algn="l">
              <a:defRPr sz="1275" b="0">
                <a:solidFill>
                  <a:srgbClr val="66716B"/>
                </a:solidFill>
              </a:defRPr>
            </a:lvl9pPr>
          </a:lstStyle>
          <a:p>
            <a:pPr algn="l">
              <a:defRPr sz="1275" b="0">
                <a:solidFill>
                  <a:srgbClr val="66716B"/>
                </a:solidFill>
              </a:defRPr>
            </a:pPr>
            <a:r>
              <a:rPr sz="1275" b="0">
                <a:solidFill>
                  <a:srgbClr val="66716B"/>
                </a:solidFill>
              </a:rPr>
              <a:t>estimated weather effect</a:t>
            </a:r>
          </a:p>
        </p:txBody>
      </p:sp>
      <p:sp>
        <p:nvSpPr>
          <p:cNvPr id="12" name="矩形 11">
            <a:extLst>
              <a:ext uri="{FF2B5EF4-FFF2-40B4-BE49-F238E27FC236}">
                <a16:creationId xmlns:a16="http://schemas.microsoft.com/office/drawing/2014/main" id="{716D8468-3300-4545-9A2F-02C5741686E2}"/>
              </a:ext>
            </a:extLst>
          </p:cNvPr>
          <p:cNvSpPr>
            <a:spLocks noGrp="1"/>
          </p:cNvSpPr>
          <p:nvPr/>
        </p:nvSpPr>
        <p:spPr>
          <a:xfrm>
            <a:off x="6762750" y="1952625"/>
            <a:ext cx="4000500" cy="285750"/>
          </a:xfrm>
          <a:prstGeom prst="rect">
            <a:avLst/>
          </a:prstGeom>
          <a:noFill/>
          <a:ln w="0">
            <a:noFill/>
            <a:prstDash val="solid"/>
          </a:ln>
        </p:spPr>
        <p:txBody>
          <a:bodyPr anchor="ctr"/>
          <a:lstStyle>
            <a:defPPr algn="l">
              <a:defRPr sz="1275" b="1">
                <a:solidFill>
                  <a:srgbClr val="48685C"/>
                </a:solidFill>
              </a:defRPr>
            </a:defPPr>
            <a:lvl1pPr algn="l">
              <a:defRPr sz="1275" b="1">
                <a:solidFill>
                  <a:srgbClr val="48685C"/>
                </a:solidFill>
              </a:defRPr>
            </a:lvl1pPr>
            <a:lvl2pPr algn="l">
              <a:defRPr sz="1275" b="1">
                <a:solidFill>
                  <a:srgbClr val="48685C"/>
                </a:solidFill>
              </a:defRPr>
            </a:lvl2pPr>
            <a:lvl3pPr algn="l">
              <a:defRPr sz="1275" b="1">
                <a:solidFill>
                  <a:srgbClr val="48685C"/>
                </a:solidFill>
              </a:defRPr>
            </a:lvl3pPr>
            <a:lvl4pPr algn="l">
              <a:defRPr sz="1275" b="1">
                <a:solidFill>
                  <a:srgbClr val="48685C"/>
                </a:solidFill>
              </a:defRPr>
            </a:lvl4pPr>
            <a:lvl5pPr algn="l">
              <a:defRPr sz="1275" b="1">
                <a:solidFill>
                  <a:srgbClr val="48685C"/>
                </a:solidFill>
              </a:defRPr>
            </a:lvl5pPr>
            <a:lvl6pPr algn="l">
              <a:defRPr sz="1275" b="1">
                <a:solidFill>
                  <a:srgbClr val="48685C"/>
                </a:solidFill>
              </a:defRPr>
            </a:lvl6pPr>
            <a:lvl7pPr algn="l">
              <a:defRPr sz="1275" b="1">
                <a:solidFill>
                  <a:srgbClr val="48685C"/>
                </a:solidFill>
              </a:defRPr>
            </a:lvl7pPr>
            <a:lvl8pPr algn="l">
              <a:defRPr sz="1275" b="1">
                <a:solidFill>
                  <a:srgbClr val="48685C"/>
                </a:solidFill>
              </a:defRPr>
            </a:lvl8pPr>
            <a:lvl9pPr algn="l">
              <a:defRPr sz="1275" b="1">
                <a:solidFill>
                  <a:srgbClr val="48685C"/>
                </a:solidFill>
              </a:defRPr>
            </a:lvl9pPr>
          </a:lstStyle>
          <a:p>
            <a:pPr algn="l">
              <a:defRPr sz="1275" b="1">
                <a:solidFill>
                  <a:srgbClr val="48685C"/>
                </a:solidFill>
              </a:defRPr>
            </a:pPr>
            <a:r>
              <a:rPr sz="1275" b="1">
                <a:solidFill>
                  <a:srgbClr val="48685C"/>
                </a:solidFill>
              </a:rPr>
              <a:t>WEATHER SIGNAL</a:t>
            </a:r>
          </a:p>
        </p:txBody>
      </p:sp>
      <p:sp>
        <p:nvSpPr>
          <p:cNvPr id="13" name="矩形 12">
            <a:extLst>
              <a:ext uri="{FF2B5EF4-FFF2-40B4-BE49-F238E27FC236}">
                <a16:creationId xmlns:a16="http://schemas.microsoft.com/office/drawing/2014/main" id="{529E7775-4C94-4894-B724-047324CB3313}"/>
              </a:ext>
            </a:extLst>
          </p:cNvPr>
          <p:cNvSpPr>
            <a:spLocks noGrp="1"/>
          </p:cNvSpPr>
          <p:nvPr/>
        </p:nvSpPr>
        <p:spPr>
          <a:xfrm>
            <a:off x="6762750" y="2286000"/>
            <a:ext cx="4000500" cy="400050"/>
          </a:xfrm>
          <a:prstGeom prst="rect">
            <a:avLst/>
          </a:prstGeom>
          <a:noFill/>
          <a:ln w="0">
            <a:noFill/>
            <a:prstDash val="solid"/>
          </a:ln>
        </p:spPr>
        <p:txBody>
          <a:bodyPr anchor="ctr"/>
          <a:lstStyle>
            <a:defPPr algn="l">
              <a:defRPr sz="1800" b="1">
                <a:solidFill>
                  <a:srgbClr val="1F2925"/>
                </a:solidFill>
              </a:defRPr>
            </a:defPPr>
            <a:lvl1pPr algn="l">
              <a:defRPr sz="1800" b="1">
                <a:solidFill>
                  <a:srgbClr val="1F2925"/>
                </a:solidFill>
              </a:defRPr>
            </a:lvl1pPr>
            <a:lvl2pPr algn="l">
              <a:defRPr sz="1800" b="1">
                <a:solidFill>
                  <a:srgbClr val="1F2925"/>
                </a:solidFill>
              </a:defRPr>
            </a:lvl2pPr>
            <a:lvl3pPr algn="l">
              <a:defRPr sz="1800" b="1">
                <a:solidFill>
                  <a:srgbClr val="1F2925"/>
                </a:solidFill>
              </a:defRPr>
            </a:lvl3pPr>
            <a:lvl4pPr algn="l">
              <a:defRPr sz="1800" b="1">
                <a:solidFill>
                  <a:srgbClr val="1F2925"/>
                </a:solidFill>
              </a:defRPr>
            </a:lvl4pPr>
            <a:lvl5pPr algn="l">
              <a:defRPr sz="1800" b="1">
                <a:solidFill>
                  <a:srgbClr val="1F2925"/>
                </a:solidFill>
              </a:defRPr>
            </a:lvl5pPr>
            <a:lvl6pPr algn="l">
              <a:defRPr sz="1800" b="1">
                <a:solidFill>
                  <a:srgbClr val="1F2925"/>
                </a:solidFill>
              </a:defRPr>
            </a:lvl6pPr>
            <a:lvl7pPr algn="l">
              <a:defRPr sz="1800" b="1">
                <a:solidFill>
                  <a:srgbClr val="1F2925"/>
                </a:solidFill>
              </a:defRPr>
            </a:lvl7pPr>
            <a:lvl8pPr algn="l">
              <a:defRPr sz="1800" b="1">
                <a:solidFill>
                  <a:srgbClr val="1F2925"/>
                </a:solidFill>
              </a:defRPr>
            </a:lvl8pPr>
            <a:lvl9pPr algn="l">
              <a:defRPr sz="1800" b="1">
                <a:solidFill>
                  <a:srgbClr val="1F2925"/>
                </a:solidFill>
              </a:defRPr>
            </a:lvl9pPr>
          </a:lstStyle>
          <a:p>
            <a:pPr algn="l">
              <a:defRPr sz="1800" b="1">
                <a:solidFill>
                  <a:srgbClr val="1F2925"/>
                </a:solidFill>
              </a:defRPr>
            </a:pPr>
            <a:r>
              <a:rPr sz="1800" b="1">
                <a:solidFill>
                  <a:srgbClr val="1F2925"/>
                </a:solidFill>
              </a:rPr>
              <a:t>26.1°C  ·  18.8 mm rain</a:t>
            </a:r>
          </a:p>
        </p:txBody>
      </p:sp>
      <p:sp>
        <p:nvSpPr>
          <p:cNvPr id="14" name="矩形 13">
            <a:extLst>
              <a:ext uri="{FF2B5EF4-FFF2-40B4-BE49-F238E27FC236}">
                <a16:creationId xmlns:a16="http://schemas.microsoft.com/office/drawing/2014/main" id="{2C66AB10-B1FC-44DE-9206-FC01CC1D9B7B}"/>
              </a:ext>
            </a:extLst>
          </p:cNvPr>
          <p:cNvSpPr>
            <a:spLocks noGrp="1"/>
          </p:cNvSpPr>
          <p:nvPr/>
        </p:nvSpPr>
        <p:spPr>
          <a:xfrm>
            <a:off x="6762750" y="2933700"/>
            <a:ext cx="4000500" cy="285750"/>
          </a:xfrm>
          <a:prstGeom prst="rect">
            <a:avLst/>
          </a:prstGeom>
          <a:noFill/>
          <a:ln w="0">
            <a:noFill/>
            <a:prstDash val="solid"/>
          </a:ln>
        </p:spPr>
        <p:txBody>
          <a:bodyPr anchor="ctr"/>
          <a:lstStyle>
            <a:defPPr algn="l">
              <a:defRPr sz="1275" b="1">
                <a:solidFill>
                  <a:srgbClr val="48685C"/>
                </a:solidFill>
              </a:defRPr>
            </a:defPPr>
            <a:lvl1pPr algn="l">
              <a:defRPr sz="1275" b="1">
                <a:solidFill>
                  <a:srgbClr val="48685C"/>
                </a:solidFill>
              </a:defRPr>
            </a:lvl1pPr>
            <a:lvl2pPr algn="l">
              <a:defRPr sz="1275" b="1">
                <a:solidFill>
                  <a:srgbClr val="48685C"/>
                </a:solidFill>
              </a:defRPr>
            </a:lvl2pPr>
            <a:lvl3pPr algn="l">
              <a:defRPr sz="1275" b="1">
                <a:solidFill>
                  <a:srgbClr val="48685C"/>
                </a:solidFill>
              </a:defRPr>
            </a:lvl3pPr>
            <a:lvl4pPr algn="l">
              <a:defRPr sz="1275" b="1">
                <a:solidFill>
                  <a:srgbClr val="48685C"/>
                </a:solidFill>
              </a:defRPr>
            </a:lvl4pPr>
            <a:lvl5pPr algn="l">
              <a:defRPr sz="1275" b="1">
                <a:solidFill>
                  <a:srgbClr val="48685C"/>
                </a:solidFill>
              </a:defRPr>
            </a:lvl5pPr>
            <a:lvl6pPr algn="l">
              <a:defRPr sz="1275" b="1">
                <a:solidFill>
                  <a:srgbClr val="48685C"/>
                </a:solidFill>
              </a:defRPr>
            </a:lvl6pPr>
            <a:lvl7pPr algn="l">
              <a:defRPr sz="1275" b="1">
                <a:solidFill>
                  <a:srgbClr val="48685C"/>
                </a:solidFill>
              </a:defRPr>
            </a:lvl7pPr>
            <a:lvl8pPr algn="l">
              <a:defRPr sz="1275" b="1">
                <a:solidFill>
                  <a:srgbClr val="48685C"/>
                </a:solidFill>
              </a:defRPr>
            </a:lvl8pPr>
            <a:lvl9pPr algn="l">
              <a:defRPr sz="1275" b="1">
                <a:solidFill>
                  <a:srgbClr val="48685C"/>
                </a:solidFill>
              </a:defRPr>
            </a:lvl9pPr>
          </a:lstStyle>
          <a:p>
            <a:pPr algn="l">
              <a:defRPr sz="1275" b="1">
                <a:solidFill>
                  <a:srgbClr val="48685C"/>
                </a:solidFill>
              </a:defRPr>
            </a:pPr>
            <a:r>
              <a:rPr sz="1275" b="1">
                <a:solidFill>
                  <a:srgbClr val="48685C"/>
                </a:solidFill>
              </a:rPr>
              <a:t>SUGGESTED ORDER</a:t>
            </a:r>
          </a:p>
        </p:txBody>
      </p:sp>
      <p:sp>
        <p:nvSpPr>
          <p:cNvPr id="15" name="矩形 14">
            <a:extLst>
              <a:ext uri="{FF2B5EF4-FFF2-40B4-BE49-F238E27FC236}">
                <a16:creationId xmlns:a16="http://schemas.microsoft.com/office/drawing/2014/main" id="{29A8E8AE-CF50-4916-821A-E81551A6272B}"/>
              </a:ext>
            </a:extLst>
          </p:cNvPr>
          <p:cNvSpPr>
            <a:spLocks noGrp="1"/>
          </p:cNvSpPr>
          <p:nvPr/>
        </p:nvSpPr>
        <p:spPr>
          <a:xfrm>
            <a:off x="6762750" y="3352800"/>
            <a:ext cx="4000500" cy="304800"/>
          </a:xfrm>
          <a:prstGeom prst="rect">
            <a:avLst/>
          </a:prstGeom>
          <a:noFill/>
          <a:ln w="0">
            <a:noFill/>
            <a:prstDash val="solid"/>
          </a:ln>
        </p:spPr>
        <p:txBody>
          <a:bodyPr anchor="ctr"/>
          <a:lstStyle>
            <a:defPPr algn="l">
              <a:defRPr sz="1425" b="0">
                <a:solidFill>
                  <a:srgbClr val="1F2925"/>
                </a:solidFill>
              </a:defRPr>
            </a:defPPr>
            <a:lvl1pPr algn="l">
              <a:defRPr sz="1425" b="0">
                <a:solidFill>
                  <a:srgbClr val="1F2925"/>
                </a:solidFill>
              </a:defRPr>
            </a:lvl1pPr>
            <a:lvl2pPr algn="l">
              <a:defRPr sz="1425" b="0">
                <a:solidFill>
                  <a:srgbClr val="1F2925"/>
                </a:solidFill>
              </a:defRPr>
            </a:lvl2pPr>
            <a:lvl3pPr algn="l">
              <a:defRPr sz="1425" b="0">
                <a:solidFill>
                  <a:srgbClr val="1F2925"/>
                </a:solidFill>
              </a:defRPr>
            </a:lvl3pPr>
            <a:lvl4pPr algn="l">
              <a:defRPr sz="1425" b="0">
                <a:solidFill>
                  <a:srgbClr val="1F2925"/>
                </a:solidFill>
              </a:defRPr>
            </a:lvl4pPr>
            <a:lvl5pPr algn="l">
              <a:defRPr sz="1425" b="0">
                <a:solidFill>
                  <a:srgbClr val="1F2925"/>
                </a:solidFill>
              </a:defRPr>
            </a:lvl5pPr>
            <a:lvl6pPr algn="l">
              <a:defRPr sz="1425" b="0">
                <a:solidFill>
                  <a:srgbClr val="1F2925"/>
                </a:solidFill>
              </a:defRPr>
            </a:lvl6pPr>
            <a:lvl7pPr algn="l">
              <a:defRPr sz="1425" b="0">
                <a:solidFill>
                  <a:srgbClr val="1F2925"/>
                </a:solidFill>
              </a:defRPr>
            </a:lvl7pPr>
            <a:lvl8pPr algn="l">
              <a:defRPr sz="1425" b="0">
                <a:solidFill>
                  <a:srgbClr val="1F2925"/>
                </a:solidFill>
              </a:defRPr>
            </a:lvl8pPr>
            <a:lvl9pPr algn="l">
              <a:defRPr sz="1425" b="0">
                <a:solidFill>
                  <a:srgbClr val="1F2925"/>
                </a:solidFill>
              </a:defRPr>
            </a:lvl9pPr>
          </a:lstStyle>
          <a:p>
            <a:pPr algn="l">
              <a:defRPr sz="1425" b="0">
                <a:solidFill>
                  <a:srgbClr val="1F2925"/>
                </a:solidFill>
              </a:defRPr>
            </a:pPr>
            <a:r>
              <a:rPr sz="1425" b="0">
                <a:solidFill>
                  <a:srgbClr val="1F2925"/>
                </a:solidFill>
              </a:rPr>
              <a:t>Coffee beans     7 bags</a:t>
            </a:r>
          </a:p>
        </p:txBody>
      </p:sp>
      <p:sp>
        <p:nvSpPr>
          <p:cNvPr id="16" name="矩形 15">
            <a:extLst>
              <a:ext uri="{FF2B5EF4-FFF2-40B4-BE49-F238E27FC236}">
                <a16:creationId xmlns:a16="http://schemas.microsoft.com/office/drawing/2014/main" id="{933FC963-C341-4EF7-BC83-86D4430ABCD8}"/>
              </a:ext>
            </a:extLst>
          </p:cNvPr>
          <p:cNvSpPr>
            <a:spLocks noGrp="1"/>
          </p:cNvSpPr>
          <p:nvPr/>
        </p:nvSpPr>
        <p:spPr>
          <a:xfrm>
            <a:off x="6762750" y="3714750"/>
            <a:ext cx="4000500" cy="304800"/>
          </a:xfrm>
          <a:prstGeom prst="rect">
            <a:avLst/>
          </a:prstGeom>
          <a:noFill/>
          <a:ln w="0">
            <a:noFill/>
            <a:prstDash val="solid"/>
          </a:ln>
        </p:spPr>
        <p:txBody>
          <a:bodyPr anchor="ctr"/>
          <a:lstStyle>
            <a:defPPr algn="l">
              <a:defRPr sz="1425" b="0">
                <a:solidFill>
                  <a:srgbClr val="1F2925"/>
                </a:solidFill>
              </a:defRPr>
            </a:defPPr>
            <a:lvl1pPr algn="l">
              <a:defRPr sz="1425" b="0">
                <a:solidFill>
                  <a:srgbClr val="1F2925"/>
                </a:solidFill>
              </a:defRPr>
            </a:lvl1pPr>
            <a:lvl2pPr algn="l">
              <a:defRPr sz="1425" b="0">
                <a:solidFill>
                  <a:srgbClr val="1F2925"/>
                </a:solidFill>
              </a:defRPr>
            </a:lvl2pPr>
            <a:lvl3pPr algn="l">
              <a:defRPr sz="1425" b="0">
                <a:solidFill>
                  <a:srgbClr val="1F2925"/>
                </a:solidFill>
              </a:defRPr>
            </a:lvl3pPr>
            <a:lvl4pPr algn="l">
              <a:defRPr sz="1425" b="0">
                <a:solidFill>
                  <a:srgbClr val="1F2925"/>
                </a:solidFill>
              </a:defRPr>
            </a:lvl4pPr>
            <a:lvl5pPr algn="l">
              <a:defRPr sz="1425" b="0">
                <a:solidFill>
                  <a:srgbClr val="1F2925"/>
                </a:solidFill>
              </a:defRPr>
            </a:lvl5pPr>
            <a:lvl6pPr algn="l">
              <a:defRPr sz="1425" b="0">
                <a:solidFill>
                  <a:srgbClr val="1F2925"/>
                </a:solidFill>
              </a:defRPr>
            </a:lvl6pPr>
            <a:lvl7pPr algn="l">
              <a:defRPr sz="1425" b="0">
                <a:solidFill>
                  <a:srgbClr val="1F2925"/>
                </a:solidFill>
              </a:defRPr>
            </a:lvl7pPr>
            <a:lvl8pPr algn="l">
              <a:defRPr sz="1425" b="0">
                <a:solidFill>
                  <a:srgbClr val="1F2925"/>
                </a:solidFill>
              </a:defRPr>
            </a:lvl8pPr>
            <a:lvl9pPr algn="l">
              <a:defRPr sz="1425" b="0">
                <a:solidFill>
                  <a:srgbClr val="1F2925"/>
                </a:solidFill>
              </a:defRPr>
            </a:lvl9pPr>
          </a:lstStyle>
          <a:p>
            <a:pPr algn="l">
              <a:defRPr sz="1425" b="0">
                <a:solidFill>
                  <a:srgbClr val="1F2925"/>
                </a:solidFill>
              </a:defRPr>
            </a:pPr>
            <a:r>
              <a:rPr sz="1425" b="0">
                <a:solidFill>
                  <a:srgbClr val="1F2925"/>
                </a:solidFill>
              </a:rPr>
              <a:t>Fresh milk       18 cartons</a:t>
            </a:r>
          </a:p>
        </p:txBody>
      </p:sp>
      <p:sp>
        <p:nvSpPr>
          <p:cNvPr id="17" name="矩形 16">
            <a:extLst>
              <a:ext uri="{FF2B5EF4-FFF2-40B4-BE49-F238E27FC236}">
                <a16:creationId xmlns:a16="http://schemas.microsoft.com/office/drawing/2014/main" id="{321C2F06-2AE0-4CA6-BDE4-2B3CB0D2B42F}"/>
              </a:ext>
            </a:extLst>
          </p:cNvPr>
          <p:cNvSpPr>
            <a:spLocks noGrp="1"/>
          </p:cNvSpPr>
          <p:nvPr/>
        </p:nvSpPr>
        <p:spPr>
          <a:xfrm>
            <a:off x="6762750" y="4076700"/>
            <a:ext cx="4000500" cy="304800"/>
          </a:xfrm>
          <a:prstGeom prst="rect">
            <a:avLst/>
          </a:prstGeom>
          <a:noFill/>
          <a:ln w="0">
            <a:noFill/>
            <a:prstDash val="solid"/>
          </a:ln>
        </p:spPr>
        <p:txBody>
          <a:bodyPr anchor="ctr"/>
          <a:lstStyle>
            <a:defPPr algn="l">
              <a:defRPr sz="1425" b="0">
                <a:solidFill>
                  <a:srgbClr val="1F2925"/>
                </a:solidFill>
              </a:defRPr>
            </a:defPPr>
            <a:lvl1pPr algn="l">
              <a:defRPr sz="1425" b="0">
                <a:solidFill>
                  <a:srgbClr val="1F2925"/>
                </a:solidFill>
              </a:defRPr>
            </a:lvl1pPr>
            <a:lvl2pPr algn="l">
              <a:defRPr sz="1425" b="0">
                <a:solidFill>
                  <a:srgbClr val="1F2925"/>
                </a:solidFill>
              </a:defRPr>
            </a:lvl2pPr>
            <a:lvl3pPr algn="l">
              <a:defRPr sz="1425" b="0">
                <a:solidFill>
                  <a:srgbClr val="1F2925"/>
                </a:solidFill>
              </a:defRPr>
            </a:lvl3pPr>
            <a:lvl4pPr algn="l">
              <a:defRPr sz="1425" b="0">
                <a:solidFill>
                  <a:srgbClr val="1F2925"/>
                </a:solidFill>
              </a:defRPr>
            </a:lvl4pPr>
            <a:lvl5pPr algn="l">
              <a:defRPr sz="1425" b="0">
                <a:solidFill>
                  <a:srgbClr val="1F2925"/>
                </a:solidFill>
              </a:defRPr>
            </a:lvl5pPr>
            <a:lvl6pPr algn="l">
              <a:defRPr sz="1425" b="0">
                <a:solidFill>
                  <a:srgbClr val="1F2925"/>
                </a:solidFill>
              </a:defRPr>
            </a:lvl6pPr>
            <a:lvl7pPr algn="l">
              <a:defRPr sz="1425" b="0">
                <a:solidFill>
                  <a:srgbClr val="1F2925"/>
                </a:solidFill>
              </a:defRPr>
            </a:lvl7pPr>
            <a:lvl8pPr algn="l">
              <a:defRPr sz="1425" b="0">
                <a:solidFill>
                  <a:srgbClr val="1F2925"/>
                </a:solidFill>
              </a:defRPr>
            </a:lvl8pPr>
            <a:lvl9pPr algn="l">
              <a:defRPr sz="1425" b="0">
                <a:solidFill>
                  <a:srgbClr val="1F2925"/>
                </a:solidFill>
              </a:defRPr>
            </a:lvl9pPr>
          </a:lstStyle>
          <a:p>
            <a:pPr algn="l">
              <a:defRPr sz="1425" b="0">
                <a:solidFill>
                  <a:srgbClr val="1F2925"/>
                </a:solidFill>
              </a:defRPr>
            </a:pPr>
            <a:r>
              <a:rPr sz="1425" b="0">
                <a:solidFill>
                  <a:srgbClr val="1F2925"/>
                </a:solidFill>
              </a:rPr>
              <a:t>Oat milk          7 cartons</a:t>
            </a:r>
          </a:p>
        </p:txBody>
      </p:sp>
      <p:sp>
        <p:nvSpPr>
          <p:cNvPr id="18" name="矩形 17">
            <a:extLst>
              <a:ext uri="{FF2B5EF4-FFF2-40B4-BE49-F238E27FC236}">
                <a16:creationId xmlns:a16="http://schemas.microsoft.com/office/drawing/2014/main" id="{B98B9E06-275C-4DD6-8354-BFD0E7F9A04A}"/>
              </a:ext>
            </a:extLst>
          </p:cNvPr>
          <p:cNvSpPr>
            <a:spLocks noGrp="1"/>
          </p:cNvSpPr>
          <p:nvPr/>
        </p:nvSpPr>
        <p:spPr>
          <a:xfrm>
            <a:off x="6762750" y="4438650"/>
            <a:ext cx="4000500" cy="304800"/>
          </a:xfrm>
          <a:prstGeom prst="rect">
            <a:avLst/>
          </a:prstGeom>
          <a:noFill/>
          <a:ln w="0">
            <a:noFill/>
            <a:prstDash val="solid"/>
          </a:ln>
        </p:spPr>
        <p:txBody>
          <a:bodyPr anchor="ctr"/>
          <a:lstStyle>
            <a:defPPr algn="l">
              <a:defRPr sz="1425" b="0">
                <a:solidFill>
                  <a:srgbClr val="1F2925"/>
                </a:solidFill>
              </a:defRPr>
            </a:defPPr>
            <a:lvl1pPr algn="l">
              <a:defRPr sz="1425" b="0">
                <a:solidFill>
                  <a:srgbClr val="1F2925"/>
                </a:solidFill>
              </a:defRPr>
            </a:lvl1pPr>
            <a:lvl2pPr algn="l">
              <a:defRPr sz="1425" b="0">
                <a:solidFill>
                  <a:srgbClr val="1F2925"/>
                </a:solidFill>
              </a:defRPr>
            </a:lvl2pPr>
            <a:lvl3pPr algn="l">
              <a:defRPr sz="1425" b="0">
                <a:solidFill>
                  <a:srgbClr val="1F2925"/>
                </a:solidFill>
              </a:defRPr>
            </a:lvl3pPr>
            <a:lvl4pPr algn="l">
              <a:defRPr sz="1425" b="0">
                <a:solidFill>
                  <a:srgbClr val="1F2925"/>
                </a:solidFill>
              </a:defRPr>
            </a:lvl4pPr>
            <a:lvl5pPr algn="l">
              <a:defRPr sz="1425" b="0">
                <a:solidFill>
                  <a:srgbClr val="1F2925"/>
                </a:solidFill>
              </a:defRPr>
            </a:lvl5pPr>
            <a:lvl6pPr algn="l">
              <a:defRPr sz="1425" b="0">
                <a:solidFill>
                  <a:srgbClr val="1F2925"/>
                </a:solidFill>
              </a:defRPr>
            </a:lvl6pPr>
            <a:lvl7pPr algn="l">
              <a:defRPr sz="1425" b="0">
                <a:solidFill>
                  <a:srgbClr val="1F2925"/>
                </a:solidFill>
              </a:defRPr>
            </a:lvl7pPr>
            <a:lvl8pPr algn="l">
              <a:defRPr sz="1425" b="0">
                <a:solidFill>
                  <a:srgbClr val="1F2925"/>
                </a:solidFill>
              </a:defRPr>
            </a:lvl8pPr>
            <a:lvl9pPr algn="l">
              <a:defRPr sz="1425" b="0">
                <a:solidFill>
                  <a:srgbClr val="1F2925"/>
                </a:solidFill>
              </a:defRPr>
            </a:lvl9pPr>
          </a:lstStyle>
          <a:p>
            <a:pPr algn="l">
              <a:defRPr sz="1425" b="0">
                <a:solidFill>
                  <a:srgbClr val="1F2925"/>
                </a:solidFill>
              </a:defRPr>
            </a:pPr>
            <a:r>
              <a:rPr sz="1425" b="0">
                <a:solidFill>
                  <a:srgbClr val="1F2925"/>
                </a:solidFill>
              </a:rPr>
              <a:t>Takeaway cups   3 packs</a:t>
            </a:r>
          </a:p>
        </p:txBody>
      </p:sp>
      <p:sp>
        <p:nvSpPr>
          <p:cNvPr id="19" name="矩形 18">
            <a:extLst>
              <a:ext uri="{FF2B5EF4-FFF2-40B4-BE49-F238E27FC236}">
                <a16:creationId xmlns:a16="http://schemas.microsoft.com/office/drawing/2014/main" id="{7B6D910A-3472-4DE0-A751-6925B8A2255E}"/>
              </a:ext>
            </a:extLst>
          </p:cNvPr>
          <p:cNvSpPr>
            <a:spLocks noGrp="1"/>
          </p:cNvSpPr>
          <p:nvPr/>
        </p:nvSpPr>
        <p:spPr>
          <a:xfrm>
            <a:off x="647700" y="5048250"/>
            <a:ext cx="10591800" cy="9525"/>
          </a:xfrm>
          <a:prstGeom prst="rect">
            <a:avLst/>
          </a:prstGeom>
          <a:solidFill>
            <a:srgbClr val="C9D1CA"/>
          </a:solidFill>
          <a:ln w="0">
            <a:noFill/>
            <a:prstDash val="solid"/>
          </a:ln>
        </p:spPr>
      </p:sp>
      <p:sp>
        <p:nvSpPr>
          <p:cNvPr id="20" name="矩形 19">
            <a:extLst>
              <a:ext uri="{FF2B5EF4-FFF2-40B4-BE49-F238E27FC236}">
                <a16:creationId xmlns:a16="http://schemas.microsoft.com/office/drawing/2014/main" id="{0A30C30C-566F-40B8-8F35-8C1D24066943}"/>
              </a:ext>
            </a:extLst>
          </p:cNvPr>
          <p:cNvSpPr>
            <a:spLocks noGrp="1"/>
          </p:cNvSpPr>
          <p:nvPr/>
        </p:nvSpPr>
        <p:spPr>
          <a:xfrm>
            <a:off x="647700" y="5238750"/>
            <a:ext cx="10572750" cy="381000"/>
          </a:xfrm>
          <a:prstGeom prst="rect">
            <a:avLst/>
          </a:prstGeom>
          <a:noFill/>
          <a:ln w="0">
            <a:noFill/>
            <a:prstDash val="solid"/>
          </a:ln>
        </p:spPr>
        <p:txBody>
          <a:bodyPr anchor="ctr"/>
          <a:lstStyle>
            <a:defPPr algn="l">
              <a:defRPr sz="1575" b="1">
                <a:solidFill>
                  <a:srgbClr val="1F2925"/>
                </a:solidFill>
              </a:defRPr>
            </a:defPPr>
            <a:lvl1pPr algn="l">
              <a:defRPr sz="1575" b="1">
                <a:solidFill>
                  <a:srgbClr val="1F2925"/>
                </a:solidFill>
              </a:defRPr>
            </a:lvl1pPr>
            <a:lvl2pPr algn="l">
              <a:defRPr sz="1575" b="1">
                <a:solidFill>
                  <a:srgbClr val="1F2925"/>
                </a:solidFill>
              </a:defRPr>
            </a:lvl2pPr>
            <a:lvl3pPr algn="l">
              <a:defRPr sz="1575" b="1">
                <a:solidFill>
                  <a:srgbClr val="1F2925"/>
                </a:solidFill>
              </a:defRPr>
            </a:lvl3pPr>
            <a:lvl4pPr algn="l">
              <a:defRPr sz="1575" b="1">
                <a:solidFill>
                  <a:srgbClr val="1F2925"/>
                </a:solidFill>
              </a:defRPr>
            </a:lvl4pPr>
            <a:lvl5pPr algn="l">
              <a:defRPr sz="1575" b="1">
                <a:solidFill>
                  <a:srgbClr val="1F2925"/>
                </a:solidFill>
              </a:defRPr>
            </a:lvl5pPr>
            <a:lvl6pPr algn="l">
              <a:defRPr sz="1575" b="1">
                <a:solidFill>
                  <a:srgbClr val="1F2925"/>
                </a:solidFill>
              </a:defRPr>
            </a:lvl6pPr>
            <a:lvl7pPr algn="l">
              <a:defRPr sz="1575" b="1">
                <a:solidFill>
                  <a:srgbClr val="1F2925"/>
                </a:solidFill>
              </a:defRPr>
            </a:lvl7pPr>
            <a:lvl8pPr algn="l">
              <a:defRPr sz="1575" b="1">
                <a:solidFill>
                  <a:srgbClr val="1F2925"/>
                </a:solidFill>
              </a:defRPr>
            </a:lvl8pPr>
            <a:lvl9pPr algn="l">
              <a:defRPr sz="1575" b="1">
                <a:solidFill>
                  <a:srgbClr val="1F2925"/>
                </a:solidFill>
              </a:defRPr>
            </a:lvl9pPr>
          </a:lstStyle>
          <a:p>
            <a:pPr algn="l">
              <a:defRPr sz="1575" b="1">
                <a:solidFill>
                  <a:srgbClr val="1F2925"/>
                </a:solidFill>
              </a:defRPr>
            </a:pPr>
            <a:r>
              <a:rPr sz="1575" b="1">
                <a:solidFill>
                  <a:srgbClr val="1F2925"/>
                </a:solidFill>
              </a:rPr>
              <a:t>4 ingredients  ·  35 suggested packs  ·  MYR 460.50 sample total</a:t>
            </a:r>
          </a:p>
        </p:txBody>
      </p:sp>
      <p:sp>
        <p:nvSpPr>
          <p:cNvPr id="21" name="矩形 20">
            <a:extLst>
              <a:ext uri="{FF2B5EF4-FFF2-40B4-BE49-F238E27FC236}">
                <a16:creationId xmlns:a16="http://schemas.microsoft.com/office/drawing/2014/main" id="{955E252D-EA06-4BA5-915F-16DA405E637A}"/>
              </a:ext>
            </a:extLst>
          </p:cNvPr>
          <p:cNvSpPr>
            <a:spLocks noGrp="1"/>
          </p:cNvSpPr>
          <p:nvPr/>
        </p:nvSpPr>
        <p:spPr>
          <a:xfrm>
            <a:off x="647700" y="5772150"/>
            <a:ext cx="10572750" cy="285750"/>
          </a:xfrm>
          <a:prstGeom prst="rect">
            <a:avLst/>
          </a:prstGeom>
          <a:noFill/>
          <a:ln w="0">
            <a:noFill/>
            <a:prstDash val="solid"/>
          </a:ln>
        </p:spPr>
        <p:txBody>
          <a:bodyPr anchor="ctr"/>
          <a:lstStyle>
            <a:defPPr algn="l">
              <a:defRPr sz="1125" b="0">
                <a:solidFill>
                  <a:srgbClr val="66716B"/>
                </a:solidFill>
              </a:defRPr>
            </a:defPPr>
            <a:lvl1pPr algn="l">
              <a:defRPr sz="1125" b="0">
                <a:solidFill>
                  <a:srgbClr val="66716B"/>
                </a:solidFill>
              </a:defRPr>
            </a:lvl1pPr>
            <a:lvl2pPr algn="l">
              <a:defRPr sz="1125" b="0">
                <a:solidFill>
                  <a:srgbClr val="66716B"/>
                </a:solidFill>
              </a:defRPr>
            </a:lvl2pPr>
            <a:lvl3pPr algn="l">
              <a:defRPr sz="1125" b="0">
                <a:solidFill>
                  <a:srgbClr val="66716B"/>
                </a:solidFill>
              </a:defRPr>
            </a:lvl3pPr>
            <a:lvl4pPr algn="l">
              <a:defRPr sz="1125" b="0">
                <a:solidFill>
                  <a:srgbClr val="66716B"/>
                </a:solidFill>
              </a:defRPr>
            </a:lvl4pPr>
            <a:lvl5pPr algn="l">
              <a:defRPr sz="1125" b="0">
                <a:solidFill>
                  <a:srgbClr val="66716B"/>
                </a:solidFill>
              </a:defRPr>
            </a:lvl5pPr>
            <a:lvl6pPr algn="l">
              <a:defRPr sz="1125" b="0">
                <a:solidFill>
                  <a:srgbClr val="66716B"/>
                </a:solidFill>
              </a:defRPr>
            </a:lvl6pPr>
            <a:lvl7pPr algn="l">
              <a:defRPr sz="1125" b="0">
                <a:solidFill>
                  <a:srgbClr val="66716B"/>
                </a:solidFill>
              </a:defRPr>
            </a:lvl7pPr>
            <a:lvl8pPr algn="l">
              <a:defRPr sz="1125" b="0">
                <a:solidFill>
                  <a:srgbClr val="66716B"/>
                </a:solidFill>
              </a:defRPr>
            </a:lvl8pPr>
            <a:lvl9pPr algn="l">
              <a:defRPr sz="1125" b="0">
                <a:solidFill>
                  <a:srgbClr val="66716B"/>
                </a:solidFill>
              </a:defRPr>
            </a:lvl9pPr>
          </a:lstStyle>
          <a:p>
            <a:pPr algn="l">
              <a:defRPr sz="1125" b="0">
                <a:solidFill>
                  <a:srgbClr val="66716B"/>
                </a:solidFill>
              </a:defRPr>
            </a:pPr>
            <a:r>
              <a:rPr sz="1125" b="0">
                <a:solidFill>
                  <a:srgbClr val="66716B"/>
                </a:solidFill>
              </a:rPr>
              <a:t>Simulated sales and inventory. Sample prices exclude delivery and tax. Real-café forecast accuracy is not validated.</a:t>
            </a:r>
          </a:p>
        </p:txBody>
      </p:sp>
    </p:spTree>
    <p:extLst>
      <p:ext uri="{BB962C8B-B14F-4D97-AF65-F5344CB8AC3E}">
        <p14:creationId xmlns:p14="http://schemas.microsoft.com/office/powerpoint/2010/main" val="391032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ACE667F-0A7A-4E51-8826-A238CC85CB93}"/>
              </a:ext>
            </a:extLst>
          </p:cNvPr>
          <p:cNvSpPr>
            <a:spLocks noGrp="1"/>
          </p:cNvSpPr>
          <p:nvPr/>
        </p:nvSpPr>
        <p:spPr>
          <a:xfrm>
            <a:off x="647700" y="400050"/>
            <a:ext cx="4762500" cy="266700"/>
          </a:xfrm>
          <a:prstGeom prst="rect">
            <a:avLst/>
          </a:prstGeom>
          <a:noFill/>
          <a:ln w="0">
            <a:noFill/>
            <a:prstDash val="solid"/>
          </a:ln>
        </p:spPr>
        <p:txBody>
          <a:bodyPr anchor="ctr"/>
          <a:lstStyle>
            <a:defPPr algn="l">
              <a:defRPr sz="1125" b="1">
                <a:solidFill>
                  <a:srgbClr val="48685C"/>
                </a:solidFill>
              </a:defRPr>
            </a:defPPr>
            <a:lvl1pPr algn="l">
              <a:defRPr sz="1125" b="1">
                <a:solidFill>
                  <a:srgbClr val="48685C"/>
                </a:solidFill>
              </a:defRPr>
            </a:lvl1pPr>
            <a:lvl2pPr algn="l">
              <a:defRPr sz="1125" b="1">
                <a:solidFill>
                  <a:srgbClr val="48685C"/>
                </a:solidFill>
              </a:defRPr>
            </a:lvl2pPr>
            <a:lvl3pPr algn="l">
              <a:defRPr sz="1125" b="1">
                <a:solidFill>
                  <a:srgbClr val="48685C"/>
                </a:solidFill>
              </a:defRPr>
            </a:lvl3pPr>
            <a:lvl4pPr algn="l">
              <a:defRPr sz="1125" b="1">
                <a:solidFill>
                  <a:srgbClr val="48685C"/>
                </a:solidFill>
              </a:defRPr>
            </a:lvl4pPr>
            <a:lvl5pPr algn="l">
              <a:defRPr sz="1125" b="1">
                <a:solidFill>
                  <a:srgbClr val="48685C"/>
                </a:solidFill>
              </a:defRPr>
            </a:lvl5pPr>
            <a:lvl6pPr algn="l">
              <a:defRPr sz="1125" b="1">
                <a:solidFill>
                  <a:srgbClr val="48685C"/>
                </a:solidFill>
              </a:defRPr>
            </a:lvl6pPr>
            <a:lvl7pPr algn="l">
              <a:defRPr sz="1125" b="1">
                <a:solidFill>
                  <a:srgbClr val="48685C"/>
                </a:solidFill>
              </a:defRPr>
            </a:lvl7pPr>
            <a:lvl8pPr algn="l">
              <a:defRPr sz="1125" b="1">
                <a:solidFill>
                  <a:srgbClr val="48685C"/>
                </a:solidFill>
              </a:defRPr>
            </a:lvl8pPr>
            <a:lvl9pPr algn="l">
              <a:defRPr sz="1125" b="1">
                <a:solidFill>
                  <a:srgbClr val="48685C"/>
                </a:solidFill>
              </a:defRPr>
            </a:lvl9pPr>
          </a:lstStyle>
          <a:p>
            <a:pPr algn="l">
              <a:defRPr sz="1125" b="1">
                <a:solidFill>
                  <a:srgbClr val="48685C"/>
                </a:solidFill>
              </a:defRPr>
            </a:pPr>
            <a:r>
              <a:rPr sz="1125" b="1">
                <a:solidFill>
                  <a:srgbClr val="48685C"/>
                </a:solidFill>
              </a:rPr>
              <a:t>HOW IT WORKS</a:t>
            </a:r>
          </a:p>
        </p:txBody>
      </p:sp>
      <p:sp>
        <p:nvSpPr>
          <p:cNvPr id="2" name="矩形 1">
            <a:extLst>
              <a:ext uri="{FF2B5EF4-FFF2-40B4-BE49-F238E27FC236}">
                <a16:creationId xmlns:a16="http://schemas.microsoft.com/office/drawing/2014/main" id="{992DC2F9-EA85-4299-8E06-5B1F8AEA2AAB}"/>
              </a:ext>
            </a:extLst>
          </p:cNvPr>
          <p:cNvSpPr>
            <a:spLocks noGrp="1"/>
          </p:cNvSpPr>
          <p:nvPr/>
        </p:nvSpPr>
        <p:spPr>
          <a:xfrm>
            <a:off x="647700" y="819150"/>
            <a:ext cx="10896600" cy="685800"/>
          </a:xfrm>
          <a:prstGeom prst="rect">
            <a:avLst/>
          </a:prstGeom>
          <a:noFill/>
          <a:ln w="0">
            <a:noFill/>
            <a:prstDash val="solid"/>
          </a:ln>
        </p:spPr>
        <p:txBody>
          <a:bodyPr anchor="ctr"/>
          <a:lstStyle>
            <a:defPPr algn="l">
              <a:defRPr sz="3150" b="1">
                <a:solidFill>
                  <a:srgbClr val="1F2925"/>
                </a:solidFill>
              </a:defRPr>
            </a:defPPr>
            <a:lvl1pPr algn="l">
              <a:defRPr sz="3150" b="1">
                <a:solidFill>
                  <a:srgbClr val="1F2925"/>
                </a:solidFill>
              </a:defRPr>
            </a:lvl1pPr>
            <a:lvl2pPr algn="l">
              <a:defRPr sz="3150" b="1">
                <a:solidFill>
                  <a:srgbClr val="1F2925"/>
                </a:solidFill>
              </a:defRPr>
            </a:lvl2pPr>
            <a:lvl3pPr algn="l">
              <a:defRPr sz="3150" b="1">
                <a:solidFill>
                  <a:srgbClr val="1F2925"/>
                </a:solidFill>
              </a:defRPr>
            </a:lvl3pPr>
            <a:lvl4pPr algn="l">
              <a:defRPr sz="3150" b="1">
                <a:solidFill>
                  <a:srgbClr val="1F2925"/>
                </a:solidFill>
              </a:defRPr>
            </a:lvl4pPr>
            <a:lvl5pPr algn="l">
              <a:defRPr sz="3150" b="1">
                <a:solidFill>
                  <a:srgbClr val="1F2925"/>
                </a:solidFill>
              </a:defRPr>
            </a:lvl5pPr>
            <a:lvl6pPr algn="l">
              <a:defRPr sz="3150" b="1">
                <a:solidFill>
                  <a:srgbClr val="1F2925"/>
                </a:solidFill>
              </a:defRPr>
            </a:lvl6pPr>
            <a:lvl7pPr algn="l">
              <a:defRPr sz="3150" b="1">
                <a:solidFill>
                  <a:srgbClr val="1F2925"/>
                </a:solidFill>
              </a:defRPr>
            </a:lvl7pPr>
            <a:lvl8pPr algn="l">
              <a:defRPr sz="3150" b="1">
                <a:solidFill>
                  <a:srgbClr val="1F2925"/>
                </a:solidFill>
              </a:defRPr>
            </a:lvl8pPr>
            <a:lvl9pPr algn="l">
              <a:defRPr sz="3150" b="1">
                <a:solidFill>
                  <a:srgbClr val="1F2925"/>
                </a:solidFill>
              </a:defRPr>
            </a:lvl9pPr>
          </a:lstStyle>
          <a:p>
            <a:pPr algn="l">
              <a:defRPr sz="3150" b="1">
                <a:solidFill>
                  <a:srgbClr val="1F2925"/>
                </a:solidFill>
              </a:defRPr>
            </a:pPr>
            <a:r>
              <a:rPr sz="3150" b="1">
                <a:solidFill>
                  <a:srgbClr val="1F2925"/>
                </a:solidFill>
              </a:rPr>
              <a:t>Turn forecast use into supplier pack quantities</a:t>
            </a:r>
          </a:p>
        </p:txBody>
      </p:sp>
      <p:sp>
        <p:nvSpPr>
          <p:cNvPr id="3" name="矩形 2">
            <a:extLst>
              <a:ext uri="{FF2B5EF4-FFF2-40B4-BE49-F238E27FC236}">
                <a16:creationId xmlns:a16="http://schemas.microsoft.com/office/drawing/2014/main" id="{AF14AFFD-7990-4397-BB93-7DDAE8F3622C}"/>
              </a:ext>
            </a:extLst>
          </p:cNvPr>
          <p:cNvSpPr>
            <a:spLocks noGrp="1"/>
          </p:cNvSpPr>
          <p:nvPr/>
        </p:nvSpPr>
        <p:spPr>
          <a:xfrm>
            <a:off x="647700" y="6334125"/>
            <a:ext cx="10896600" cy="9525"/>
          </a:xfrm>
          <a:prstGeom prst="rect">
            <a:avLst/>
          </a:prstGeom>
          <a:solidFill>
            <a:srgbClr val="C9D1CA"/>
          </a:solidFill>
          <a:ln w="0">
            <a:noFill/>
            <a:prstDash val="solid"/>
          </a:ln>
        </p:spPr>
      </p:sp>
      <p:sp>
        <p:nvSpPr>
          <p:cNvPr id="4" name="矩形 3">
            <a:extLst>
              <a:ext uri="{FF2B5EF4-FFF2-40B4-BE49-F238E27FC236}">
                <a16:creationId xmlns:a16="http://schemas.microsoft.com/office/drawing/2014/main" id="{B41BDE51-C8C9-417E-B438-928A157771C7}"/>
              </a:ext>
            </a:extLst>
          </p:cNvPr>
          <p:cNvSpPr>
            <a:spLocks noGrp="1"/>
          </p:cNvSpPr>
          <p:nvPr/>
        </p:nvSpPr>
        <p:spPr>
          <a:xfrm>
            <a:off x="10972800" y="6419850"/>
            <a:ext cx="571500" cy="228600"/>
          </a:xfrm>
          <a:prstGeom prst="rect">
            <a:avLst/>
          </a:prstGeom>
          <a:noFill/>
          <a:ln w="0">
            <a:noFill/>
            <a:prstDash val="solid"/>
          </a:ln>
        </p:spPr>
        <p:txBody>
          <a:bodyPr anchor="ctr"/>
          <a:lstStyle>
            <a:defPPr algn="r">
              <a:defRPr sz="1050" b="1">
                <a:solidFill>
                  <a:srgbClr val="66716B"/>
                </a:solidFill>
              </a:defRPr>
            </a:defPPr>
            <a:lvl1pPr algn="r">
              <a:defRPr sz="1050" b="1">
                <a:solidFill>
                  <a:srgbClr val="66716B"/>
                </a:solidFill>
              </a:defRPr>
            </a:lvl1pPr>
            <a:lvl2pPr algn="r">
              <a:defRPr sz="1050" b="1">
                <a:solidFill>
                  <a:srgbClr val="66716B"/>
                </a:solidFill>
              </a:defRPr>
            </a:lvl2pPr>
            <a:lvl3pPr algn="r">
              <a:defRPr sz="1050" b="1">
                <a:solidFill>
                  <a:srgbClr val="66716B"/>
                </a:solidFill>
              </a:defRPr>
            </a:lvl3pPr>
            <a:lvl4pPr algn="r">
              <a:defRPr sz="1050" b="1">
                <a:solidFill>
                  <a:srgbClr val="66716B"/>
                </a:solidFill>
              </a:defRPr>
            </a:lvl4pPr>
            <a:lvl5pPr algn="r">
              <a:defRPr sz="1050" b="1">
                <a:solidFill>
                  <a:srgbClr val="66716B"/>
                </a:solidFill>
              </a:defRPr>
            </a:lvl5pPr>
            <a:lvl6pPr algn="r">
              <a:defRPr sz="1050" b="1">
                <a:solidFill>
                  <a:srgbClr val="66716B"/>
                </a:solidFill>
              </a:defRPr>
            </a:lvl6pPr>
            <a:lvl7pPr algn="r">
              <a:defRPr sz="1050" b="1">
                <a:solidFill>
                  <a:srgbClr val="66716B"/>
                </a:solidFill>
              </a:defRPr>
            </a:lvl7pPr>
            <a:lvl8pPr algn="r">
              <a:defRPr sz="1050" b="1">
                <a:solidFill>
                  <a:srgbClr val="66716B"/>
                </a:solidFill>
              </a:defRPr>
            </a:lvl8pPr>
            <a:lvl9pPr algn="r">
              <a:defRPr sz="1050" b="1">
                <a:solidFill>
                  <a:srgbClr val="66716B"/>
                </a:solidFill>
              </a:defRPr>
            </a:lvl9pPr>
          </a:lstStyle>
          <a:p>
            <a:pPr algn="r">
              <a:defRPr sz="1050" b="1">
                <a:solidFill>
                  <a:srgbClr val="66716B"/>
                </a:solidFill>
              </a:defRPr>
            </a:pPr>
            <a:r>
              <a:rPr sz="1050" b="1">
                <a:solidFill>
                  <a:srgbClr val="66716B"/>
                </a:solidFill>
              </a:rPr>
              <a:t>05</a:t>
            </a:r>
          </a:p>
        </p:txBody>
      </p:sp>
      <p:sp>
        <p:nvSpPr>
          <p:cNvPr id="5" name="矩形 4">
            <a:extLst>
              <a:ext uri="{FF2B5EF4-FFF2-40B4-BE49-F238E27FC236}">
                <a16:creationId xmlns:a16="http://schemas.microsoft.com/office/drawing/2014/main" id="{24CE4809-F6DD-4A93-AE3D-7E434C5E4FBC}"/>
              </a:ext>
            </a:extLst>
          </p:cNvPr>
          <p:cNvSpPr>
            <a:spLocks noGrp="1"/>
          </p:cNvSpPr>
          <p:nvPr/>
        </p:nvSpPr>
        <p:spPr>
          <a:xfrm>
            <a:off x="647700" y="1600200"/>
            <a:ext cx="10763250" cy="64770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Suggested packs = round up [(forecast use + safety stock − closing stock − confirmed inbound) ÷ pack size]</a:t>
            </a:r>
          </a:p>
        </p:txBody>
      </p:sp>
      <p:sp>
        <p:nvSpPr>
          <p:cNvPr id="6" name="矩形 5">
            <a:extLst>
              <a:ext uri="{FF2B5EF4-FFF2-40B4-BE49-F238E27FC236}">
                <a16:creationId xmlns:a16="http://schemas.microsoft.com/office/drawing/2014/main" id="{F554256B-B44F-40AE-9BD5-450F04C21D10}"/>
              </a:ext>
            </a:extLst>
          </p:cNvPr>
          <p:cNvSpPr>
            <a:spLocks noGrp="1"/>
          </p:cNvSpPr>
          <p:nvPr/>
        </p:nvSpPr>
        <p:spPr>
          <a:xfrm>
            <a:off x="647700" y="2571750"/>
            <a:ext cx="2667000" cy="285750"/>
          </a:xfrm>
          <a:prstGeom prst="rect">
            <a:avLst/>
          </a:prstGeom>
          <a:noFill/>
          <a:ln w="0">
            <a:noFill/>
            <a:prstDash val="solid"/>
          </a:ln>
        </p:spPr>
        <p:txBody>
          <a:bodyPr anchor="ctr"/>
          <a:lstStyle>
            <a:defPPr algn="l">
              <a:defRPr sz="1275" b="1">
                <a:solidFill>
                  <a:srgbClr val="48685C"/>
                </a:solidFill>
              </a:defRPr>
            </a:defPPr>
            <a:lvl1pPr algn="l">
              <a:defRPr sz="1275" b="1">
                <a:solidFill>
                  <a:srgbClr val="48685C"/>
                </a:solidFill>
              </a:defRPr>
            </a:lvl1pPr>
            <a:lvl2pPr algn="l">
              <a:defRPr sz="1275" b="1">
                <a:solidFill>
                  <a:srgbClr val="48685C"/>
                </a:solidFill>
              </a:defRPr>
            </a:lvl2pPr>
            <a:lvl3pPr algn="l">
              <a:defRPr sz="1275" b="1">
                <a:solidFill>
                  <a:srgbClr val="48685C"/>
                </a:solidFill>
              </a:defRPr>
            </a:lvl3pPr>
            <a:lvl4pPr algn="l">
              <a:defRPr sz="1275" b="1">
                <a:solidFill>
                  <a:srgbClr val="48685C"/>
                </a:solidFill>
              </a:defRPr>
            </a:lvl4pPr>
            <a:lvl5pPr algn="l">
              <a:defRPr sz="1275" b="1">
                <a:solidFill>
                  <a:srgbClr val="48685C"/>
                </a:solidFill>
              </a:defRPr>
            </a:lvl5pPr>
            <a:lvl6pPr algn="l">
              <a:defRPr sz="1275" b="1">
                <a:solidFill>
                  <a:srgbClr val="48685C"/>
                </a:solidFill>
              </a:defRPr>
            </a:lvl6pPr>
            <a:lvl7pPr algn="l">
              <a:defRPr sz="1275" b="1">
                <a:solidFill>
                  <a:srgbClr val="48685C"/>
                </a:solidFill>
              </a:defRPr>
            </a:lvl7pPr>
            <a:lvl8pPr algn="l">
              <a:defRPr sz="1275" b="1">
                <a:solidFill>
                  <a:srgbClr val="48685C"/>
                </a:solidFill>
              </a:defRPr>
            </a:lvl8pPr>
            <a:lvl9pPr algn="l">
              <a:defRPr sz="1275" b="1">
                <a:solidFill>
                  <a:srgbClr val="48685C"/>
                </a:solidFill>
              </a:defRPr>
            </a:lvl9pPr>
          </a:lstStyle>
          <a:p>
            <a:pPr algn="l">
              <a:defRPr sz="1275" b="1">
                <a:solidFill>
                  <a:srgbClr val="48685C"/>
                </a:solidFill>
              </a:defRPr>
            </a:pPr>
            <a:r>
              <a:rPr sz="1275" b="1">
                <a:solidFill>
                  <a:srgbClr val="48685C"/>
                </a:solidFill>
              </a:rPr>
              <a:t>Item</a:t>
            </a:r>
          </a:p>
        </p:txBody>
      </p:sp>
      <p:sp>
        <p:nvSpPr>
          <p:cNvPr id="7" name="矩形 6">
            <a:extLst>
              <a:ext uri="{FF2B5EF4-FFF2-40B4-BE49-F238E27FC236}">
                <a16:creationId xmlns:a16="http://schemas.microsoft.com/office/drawing/2014/main" id="{1E435E03-E7B9-44E5-A387-7A968743E3A0}"/>
              </a:ext>
            </a:extLst>
          </p:cNvPr>
          <p:cNvSpPr>
            <a:spLocks noGrp="1"/>
          </p:cNvSpPr>
          <p:nvPr/>
        </p:nvSpPr>
        <p:spPr>
          <a:xfrm>
            <a:off x="4476750" y="2571750"/>
            <a:ext cx="2667000" cy="285750"/>
          </a:xfrm>
          <a:prstGeom prst="rect">
            <a:avLst/>
          </a:prstGeom>
          <a:noFill/>
          <a:ln w="0">
            <a:noFill/>
            <a:prstDash val="solid"/>
          </a:ln>
        </p:spPr>
        <p:txBody>
          <a:bodyPr anchor="ctr"/>
          <a:lstStyle>
            <a:defPPr algn="l">
              <a:defRPr sz="1275" b="1">
                <a:solidFill>
                  <a:srgbClr val="48685C"/>
                </a:solidFill>
              </a:defRPr>
            </a:defPPr>
            <a:lvl1pPr algn="l">
              <a:defRPr sz="1275" b="1">
                <a:solidFill>
                  <a:srgbClr val="48685C"/>
                </a:solidFill>
              </a:defRPr>
            </a:lvl1pPr>
            <a:lvl2pPr algn="l">
              <a:defRPr sz="1275" b="1">
                <a:solidFill>
                  <a:srgbClr val="48685C"/>
                </a:solidFill>
              </a:defRPr>
            </a:lvl2pPr>
            <a:lvl3pPr algn="l">
              <a:defRPr sz="1275" b="1">
                <a:solidFill>
                  <a:srgbClr val="48685C"/>
                </a:solidFill>
              </a:defRPr>
            </a:lvl3pPr>
            <a:lvl4pPr algn="l">
              <a:defRPr sz="1275" b="1">
                <a:solidFill>
                  <a:srgbClr val="48685C"/>
                </a:solidFill>
              </a:defRPr>
            </a:lvl4pPr>
            <a:lvl5pPr algn="l">
              <a:defRPr sz="1275" b="1">
                <a:solidFill>
                  <a:srgbClr val="48685C"/>
                </a:solidFill>
              </a:defRPr>
            </a:lvl5pPr>
            <a:lvl6pPr algn="l">
              <a:defRPr sz="1275" b="1">
                <a:solidFill>
                  <a:srgbClr val="48685C"/>
                </a:solidFill>
              </a:defRPr>
            </a:lvl6pPr>
            <a:lvl7pPr algn="l">
              <a:defRPr sz="1275" b="1">
                <a:solidFill>
                  <a:srgbClr val="48685C"/>
                </a:solidFill>
              </a:defRPr>
            </a:lvl7pPr>
            <a:lvl8pPr algn="l">
              <a:defRPr sz="1275" b="1">
                <a:solidFill>
                  <a:srgbClr val="48685C"/>
                </a:solidFill>
              </a:defRPr>
            </a:lvl8pPr>
            <a:lvl9pPr algn="l">
              <a:defRPr sz="1275" b="1">
                <a:solidFill>
                  <a:srgbClr val="48685C"/>
                </a:solidFill>
              </a:defRPr>
            </a:lvl9pPr>
          </a:lstStyle>
          <a:p>
            <a:pPr algn="l">
              <a:defRPr sz="1275" b="1">
                <a:solidFill>
                  <a:srgbClr val="48685C"/>
                </a:solidFill>
              </a:defRPr>
            </a:pPr>
            <a:r>
              <a:rPr sz="1275" b="1">
                <a:solidFill>
                  <a:srgbClr val="48685C"/>
                </a:solidFill>
              </a:rPr>
              <a:t>Suggested order</a:t>
            </a:r>
          </a:p>
        </p:txBody>
      </p:sp>
      <p:sp>
        <p:nvSpPr>
          <p:cNvPr id="8" name="矩形 7">
            <a:extLst>
              <a:ext uri="{FF2B5EF4-FFF2-40B4-BE49-F238E27FC236}">
                <a16:creationId xmlns:a16="http://schemas.microsoft.com/office/drawing/2014/main" id="{CDEE75DC-07F2-4F97-BE37-75960727694F}"/>
              </a:ext>
            </a:extLst>
          </p:cNvPr>
          <p:cNvSpPr>
            <a:spLocks noGrp="1"/>
          </p:cNvSpPr>
          <p:nvPr/>
        </p:nvSpPr>
        <p:spPr>
          <a:xfrm>
            <a:off x="7715250" y="2571750"/>
            <a:ext cx="2667000" cy="285750"/>
          </a:xfrm>
          <a:prstGeom prst="rect">
            <a:avLst/>
          </a:prstGeom>
          <a:noFill/>
          <a:ln w="0">
            <a:noFill/>
            <a:prstDash val="solid"/>
          </a:ln>
        </p:spPr>
        <p:txBody>
          <a:bodyPr anchor="ctr"/>
          <a:lstStyle>
            <a:defPPr algn="l">
              <a:defRPr sz="1275" b="1">
                <a:solidFill>
                  <a:srgbClr val="48685C"/>
                </a:solidFill>
              </a:defRPr>
            </a:defPPr>
            <a:lvl1pPr algn="l">
              <a:defRPr sz="1275" b="1">
                <a:solidFill>
                  <a:srgbClr val="48685C"/>
                </a:solidFill>
              </a:defRPr>
            </a:lvl1pPr>
            <a:lvl2pPr algn="l">
              <a:defRPr sz="1275" b="1">
                <a:solidFill>
                  <a:srgbClr val="48685C"/>
                </a:solidFill>
              </a:defRPr>
            </a:lvl2pPr>
            <a:lvl3pPr algn="l">
              <a:defRPr sz="1275" b="1">
                <a:solidFill>
                  <a:srgbClr val="48685C"/>
                </a:solidFill>
              </a:defRPr>
            </a:lvl3pPr>
            <a:lvl4pPr algn="l">
              <a:defRPr sz="1275" b="1">
                <a:solidFill>
                  <a:srgbClr val="48685C"/>
                </a:solidFill>
              </a:defRPr>
            </a:lvl4pPr>
            <a:lvl5pPr algn="l">
              <a:defRPr sz="1275" b="1">
                <a:solidFill>
                  <a:srgbClr val="48685C"/>
                </a:solidFill>
              </a:defRPr>
            </a:lvl5pPr>
            <a:lvl6pPr algn="l">
              <a:defRPr sz="1275" b="1">
                <a:solidFill>
                  <a:srgbClr val="48685C"/>
                </a:solidFill>
              </a:defRPr>
            </a:lvl6pPr>
            <a:lvl7pPr algn="l">
              <a:defRPr sz="1275" b="1">
                <a:solidFill>
                  <a:srgbClr val="48685C"/>
                </a:solidFill>
              </a:defRPr>
            </a:lvl7pPr>
            <a:lvl8pPr algn="l">
              <a:defRPr sz="1275" b="1">
                <a:solidFill>
                  <a:srgbClr val="48685C"/>
                </a:solidFill>
              </a:defRPr>
            </a:lvl8pPr>
            <a:lvl9pPr algn="l">
              <a:defRPr sz="1275" b="1">
                <a:solidFill>
                  <a:srgbClr val="48685C"/>
                </a:solidFill>
              </a:defRPr>
            </a:lvl9pPr>
          </a:lstStyle>
          <a:p>
            <a:pPr algn="l">
              <a:defRPr sz="1275" b="1">
                <a:solidFill>
                  <a:srgbClr val="48685C"/>
                </a:solidFill>
              </a:defRPr>
            </a:pPr>
            <a:r>
              <a:rPr sz="1275" b="1">
                <a:solidFill>
                  <a:srgbClr val="48685C"/>
                </a:solidFill>
              </a:rPr>
              <a:t>Sample amount</a:t>
            </a:r>
          </a:p>
        </p:txBody>
      </p:sp>
      <p:sp>
        <p:nvSpPr>
          <p:cNvPr id="9" name="矩形 8">
            <a:extLst>
              <a:ext uri="{FF2B5EF4-FFF2-40B4-BE49-F238E27FC236}">
                <a16:creationId xmlns:a16="http://schemas.microsoft.com/office/drawing/2014/main" id="{ECD308C6-753A-47B6-80B8-5CE031A85EC4}"/>
              </a:ext>
            </a:extLst>
          </p:cNvPr>
          <p:cNvSpPr>
            <a:spLocks noGrp="1"/>
          </p:cNvSpPr>
          <p:nvPr/>
        </p:nvSpPr>
        <p:spPr>
          <a:xfrm>
            <a:off x="647700" y="2952750"/>
            <a:ext cx="10572750" cy="19050"/>
          </a:xfrm>
          <a:prstGeom prst="rect">
            <a:avLst/>
          </a:prstGeom>
          <a:solidFill>
            <a:srgbClr val="48685C"/>
          </a:solidFill>
          <a:ln w="0">
            <a:noFill/>
            <a:prstDash val="solid"/>
          </a:ln>
        </p:spPr>
      </p:sp>
      <p:sp>
        <p:nvSpPr>
          <p:cNvPr id="10" name="矩形 9">
            <a:extLst>
              <a:ext uri="{FF2B5EF4-FFF2-40B4-BE49-F238E27FC236}">
                <a16:creationId xmlns:a16="http://schemas.microsoft.com/office/drawing/2014/main" id="{EC660645-B363-45FD-A194-CEDE452D4EBF}"/>
              </a:ext>
            </a:extLst>
          </p:cNvPr>
          <p:cNvSpPr>
            <a:spLocks noGrp="1"/>
          </p:cNvSpPr>
          <p:nvPr/>
        </p:nvSpPr>
        <p:spPr>
          <a:xfrm>
            <a:off x="647700" y="3124200"/>
            <a:ext cx="3143250" cy="361950"/>
          </a:xfrm>
          <a:prstGeom prst="rect">
            <a:avLst/>
          </a:prstGeom>
          <a:noFill/>
          <a:ln w="0">
            <a:noFill/>
            <a:prstDash val="solid"/>
          </a:ln>
        </p:spPr>
        <p:txBody>
          <a:bodyPr anchor="ctr"/>
          <a:lstStyle>
            <a:defPPr algn="l">
              <a:defRPr sz="1650" b="1">
                <a:solidFill>
                  <a:srgbClr val="1F2925"/>
                </a:solidFill>
              </a:defRPr>
            </a:defPPr>
            <a:lvl1pPr algn="l">
              <a:defRPr sz="1650" b="1">
                <a:solidFill>
                  <a:srgbClr val="1F2925"/>
                </a:solidFill>
              </a:defRPr>
            </a:lvl1pPr>
            <a:lvl2pPr algn="l">
              <a:defRPr sz="1650" b="1">
                <a:solidFill>
                  <a:srgbClr val="1F2925"/>
                </a:solidFill>
              </a:defRPr>
            </a:lvl2pPr>
            <a:lvl3pPr algn="l">
              <a:defRPr sz="1650" b="1">
                <a:solidFill>
                  <a:srgbClr val="1F2925"/>
                </a:solidFill>
              </a:defRPr>
            </a:lvl3pPr>
            <a:lvl4pPr algn="l">
              <a:defRPr sz="1650" b="1">
                <a:solidFill>
                  <a:srgbClr val="1F2925"/>
                </a:solidFill>
              </a:defRPr>
            </a:lvl4pPr>
            <a:lvl5pPr algn="l">
              <a:defRPr sz="1650" b="1">
                <a:solidFill>
                  <a:srgbClr val="1F2925"/>
                </a:solidFill>
              </a:defRPr>
            </a:lvl5pPr>
            <a:lvl6pPr algn="l">
              <a:defRPr sz="1650" b="1">
                <a:solidFill>
                  <a:srgbClr val="1F2925"/>
                </a:solidFill>
              </a:defRPr>
            </a:lvl6pPr>
            <a:lvl7pPr algn="l">
              <a:defRPr sz="1650" b="1">
                <a:solidFill>
                  <a:srgbClr val="1F2925"/>
                </a:solidFill>
              </a:defRPr>
            </a:lvl7pPr>
            <a:lvl8pPr algn="l">
              <a:defRPr sz="1650" b="1">
                <a:solidFill>
                  <a:srgbClr val="1F2925"/>
                </a:solidFill>
              </a:defRPr>
            </a:lvl8pPr>
            <a:lvl9pPr algn="l">
              <a:defRPr sz="1650" b="1">
                <a:solidFill>
                  <a:srgbClr val="1F2925"/>
                </a:solidFill>
              </a:defRPr>
            </a:lvl9pPr>
          </a:lstStyle>
          <a:p>
            <a:pPr algn="l">
              <a:defRPr sz="1650" b="1">
                <a:solidFill>
                  <a:srgbClr val="1F2925"/>
                </a:solidFill>
              </a:defRPr>
            </a:pPr>
            <a:r>
              <a:rPr sz="1650" b="1">
                <a:solidFill>
                  <a:srgbClr val="1F2925"/>
                </a:solidFill>
              </a:rPr>
              <a:t>Coffee beans</a:t>
            </a:r>
          </a:p>
        </p:txBody>
      </p:sp>
      <p:sp>
        <p:nvSpPr>
          <p:cNvPr id="11" name="矩形 10">
            <a:extLst>
              <a:ext uri="{FF2B5EF4-FFF2-40B4-BE49-F238E27FC236}">
                <a16:creationId xmlns:a16="http://schemas.microsoft.com/office/drawing/2014/main" id="{37B7FF51-69C9-44BD-82E3-325E8A7C8A80}"/>
              </a:ext>
            </a:extLst>
          </p:cNvPr>
          <p:cNvSpPr>
            <a:spLocks noGrp="1"/>
          </p:cNvSpPr>
          <p:nvPr/>
        </p:nvSpPr>
        <p:spPr>
          <a:xfrm>
            <a:off x="4476750" y="3124200"/>
            <a:ext cx="238125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7 bags</a:t>
            </a:r>
          </a:p>
        </p:txBody>
      </p:sp>
      <p:sp>
        <p:nvSpPr>
          <p:cNvPr id="12" name="矩形 11">
            <a:extLst>
              <a:ext uri="{FF2B5EF4-FFF2-40B4-BE49-F238E27FC236}">
                <a16:creationId xmlns:a16="http://schemas.microsoft.com/office/drawing/2014/main" id="{AFED5821-71F3-449A-A2EE-3B864F53C4BE}"/>
              </a:ext>
            </a:extLst>
          </p:cNvPr>
          <p:cNvSpPr>
            <a:spLocks noGrp="1"/>
          </p:cNvSpPr>
          <p:nvPr/>
        </p:nvSpPr>
        <p:spPr>
          <a:xfrm>
            <a:off x="7715250" y="3124200"/>
            <a:ext cx="285750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MYR 157.50</a:t>
            </a:r>
          </a:p>
        </p:txBody>
      </p:sp>
      <p:sp>
        <p:nvSpPr>
          <p:cNvPr id="13" name="矩形 12">
            <a:extLst>
              <a:ext uri="{FF2B5EF4-FFF2-40B4-BE49-F238E27FC236}">
                <a16:creationId xmlns:a16="http://schemas.microsoft.com/office/drawing/2014/main" id="{2B69ACD3-D30F-4E62-BA8B-B403075DF2B4}"/>
              </a:ext>
            </a:extLst>
          </p:cNvPr>
          <p:cNvSpPr>
            <a:spLocks noGrp="1"/>
          </p:cNvSpPr>
          <p:nvPr/>
        </p:nvSpPr>
        <p:spPr>
          <a:xfrm>
            <a:off x="647700" y="3562350"/>
            <a:ext cx="10572750" cy="9525"/>
          </a:xfrm>
          <a:prstGeom prst="rect">
            <a:avLst/>
          </a:prstGeom>
          <a:solidFill>
            <a:srgbClr val="C9D1CA"/>
          </a:solidFill>
          <a:ln w="0">
            <a:noFill/>
            <a:prstDash val="solid"/>
          </a:ln>
        </p:spPr>
      </p:sp>
      <p:sp>
        <p:nvSpPr>
          <p:cNvPr id="14" name="矩形 13">
            <a:extLst>
              <a:ext uri="{FF2B5EF4-FFF2-40B4-BE49-F238E27FC236}">
                <a16:creationId xmlns:a16="http://schemas.microsoft.com/office/drawing/2014/main" id="{F7D2CA8A-C408-40E8-9EE8-BE6E86795A20}"/>
              </a:ext>
            </a:extLst>
          </p:cNvPr>
          <p:cNvSpPr>
            <a:spLocks noGrp="1"/>
          </p:cNvSpPr>
          <p:nvPr/>
        </p:nvSpPr>
        <p:spPr>
          <a:xfrm>
            <a:off x="647700" y="3638550"/>
            <a:ext cx="314325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Fresh milk</a:t>
            </a:r>
          </a:p>
        </p:txBody>
      </p:sp>
      <p:sp>
        <p:nvSpPr>
          <p:cNvPr id="15" name="矩形 14">
            <a:extLst>
              <a:ext uri="{FF2B5EF4-FFF2-40B4-BE49-F238E27FC236}">
                <a16:creationId xmlns:a16="http://schemas.microsoft.com/office/drawing/2014/main" id="{BFD11215-518A-411E-A355-64DD487739CB}"/>
              </a:ext>
            </a:extLst>
          </p:cNvPr>
          <p:cNvSpPr>
            <a:spLocks noGrp="1"/>
          </p:cNvSpPr>
          <p:nvPr/>
        </p:nvSpPr>
        <p:spPr>
          <a:xfrm>
            <a:off x="4476750" y="3638550"/>
            <a:ext cx="238125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18 cartons</a:t>
            </a:r>
          </a:p>
        </p:txBody>
      </p:sp>
      <p:sp>
        <p:nvSpPr>
          <p:cNvPr id="16" name="矩形 15">
            <a:extLst>
              <a:ext uri="{FF2B5EF4-FFF2-40B4-BE49-F238E27FC236}">
                <a16:creationId xmlns:a16="http://schemas.microsoft.com/office/drawing/2014/main" id="{829E958E-A629-4DD5-95D3-1393C180EAE7}"/>
              </a:ext>
            </a:extLst>
          </p:cNvPr>
          <p:cNvSpPr>
            <a:spLocks noGrp="1"/>
          </p:cNvSpPr>
          <p:nvPr/>
        </p:nvSpPr>
        <p:spPr>
          <a:xfrm>
            <a:off x="7715250" y="3638550"/>
            <a:ext cx="285750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MYR 144.00</a:t>
            </a:r>
          </a:p>
        </p:txBody>
      </p:sp>
      <p:sp>
        <p:nvSpPr>
          <p:cNvPr id="17" name="矩形 16">
            <a:extLst>
              <a:ext uri="{FF2B5EF4-FFF2-40B4-BE49-F238E27FC236}">
                <a16:creationId xmlns:a16="http://schemas.microsoft.com/office/drawing/2014/main" id="{0CAE8A4F-5102-4ABE-AA36-643930B275EA}"/>
              </a:ext>
            </a:extLst>
          </p:cNvPr>
          <p:cNvSpPr>
            <a:spLocks noGrp="1"/>
          </p:cNvSpPr>
          <p:nvPr/>
        </p:nvSpPr>
        <p:spPr>
          <a:xfrm>
            <a:off x="647700" y="4076700"/>
            <a:ext cx="10572750" cy="9525"/>
          </a:xfrm>
          <a:prstGeom prst="rect">
            <a:avLst/>
          </a:prstGeom>
          <a:solidFill>
            <a:srgbClr val="C9D1CA"/>
          </a:solidFill>
          <a:ln w="0">
            <a:noFill/>
            <a:prstDash val="solid"/>
          </a:ln>
        </p:spPr>
      </p:sp>
      <p:sp>
        <p:nvSpPr>
          <p:cNvPr id="18" name="矩形 17">
            <a:extLst>
              <a:ext uri="{FF2B5EF4-FFF2-40B4-BE49-F238E27FC236}">
                <a16:creationId xmlns:a16="http://schemas.microsoft.com/office/drawing/2014/main" id="{26CD535D-54C8-4209-80EC-D757749C5F35}"/>
              </a:ext>
            </a:extLst>
          </p:cNvPr>
          <p:cNvSpPr>
            <a:spLocks noGrp="1"/>
          </p:cNvSpPr>
          <p:nvPr/>
        </p:nvSpPr>
        <p:spPr>
          <a:xfrm>
            <a:off x="647700" y="4152900"/>
            <a:ext cx="314325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Oat milk</a:t>
            </a:r>
          </a:p>
        </p:txBody>
      </p:sp>
      <p:sp>
        <p:nvSpPr>
          <p:cNvPr id="19" name="矩形 18">
            <a:extLst>
              <a:ext uri="{FF2B5EF4-FFF2-40B4-BE49-F238E27FC236}">
                <a16:creationId xmlns:a16="http://schemas.microsoft.com/office/drawing/2014/main" id="{D42EB8B3-634F-4082-9EC9-7358B19F4845}"/>
              </a:ext>
            </a:extLst>
          </p:cNvPr>
          <p:cNvSpPr>
            <a:spLocks noGrp="1"/>
          </p:cNvSpPr>
          <p:nvPr/>
        </p:nvSpPr>
        <p:spPr>
          <a:xfrm>
            <a:off x="4476750" y="4152900"/>
            <a:ext cx="238125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7 cartons</a:t>
            </a:r>
          </a:p>
        </p:txBody>
      </p:sp>
      <p:sp>
        <p:nvSpPr>
          <p:cNvPr id="20" name="矩形 19">
            <a:extLst>
              <a:ext uri="{FF2B5EF4-FFF2-40B4-BE49-F238E27FC236}">
                <a16:creationId xmlns:a16="http://schemas.microsoft.com/office/drawing/2014/main" id="{989DC329-3ECF-45C5-8AA8-143A3BC85547}"/>
              </a:ext>
            </a:extLst>
          </p:cNvPr>
          <p:cNvSpPr>
            <a:spLocks noGrp="1"/>
          </p:cNvSpPr>
          <p:nvPr/>
        </p:nvSpPr>
        <p:spPr>
          <a:xfrm>
            <a:off x="7715250" y="4152900"/>
            <a:ext cx="285750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MYR 84.00</a:t>
            </a:r>
          </a:p>
        </p:txBody>
      </p:sp>
      <p:sp>
        <p:nvSpPr>
          <p:cNvPr id="21" name="矩形 20">
            <a:extLst>
              <a:ext uri="{FF2B5EF4-FFF2-40B4-BE49-F238E27FC236}">
                <a16:creationId xmlns:a16="http://schemas.microsoft.com/office/drawing/2014/main" id="{E1EB4EFA-49A1-4213-BFFD-2D85B554F286}"/>
              </a:ext>
            </a:extLst>
          </p:cNvPr>
          <p:cNvSpPr>
            <a:spLocks noGrp="1"/>
          </p:cNvSpPr>
          <p:nvPr/>
        </p:nvSpPr>
        <p:spPr>
          <a:xfrm>
            <a:off x="647700" y="4591050"/>
            <a:ext cx="10572750" cy="9525"/>
          </a:xfrm>
          <a:prstGeom prst="rect">
            <a:avLst/>
          </a:prstGeom>
          <a:solidFill>
            <a:srgbClr val="C9D1CA"/>
          </a:solidFill>
          <a:ln w="0">
            <a:noFill/>
            <a:prstDash val="solid"/>
          </a:ln>
        </p:spPr>
      </p:sp>
      <p:sp>
        <p:nvSpPr>
          <p:cNvPr id="22" name="矩形 21">
            <a:extLst>
              <a:ext uri="{FF2B5EF4-FFF2-40B4-BE49-F238E27FC236}">
                <a16:creationId xmlns:a16="http://schemas.microsoft.com/office/drawing/2014/main" id="{2717A7BB-EDDF-45D1-9218-7222F5F7F19B}"/>
              </a:ext>
            </a:extLst>
          </p:cNvPr>
          <p:cNvSpPr>
            <a:spLocks noGrp="1"/>
          </p:cNvSpPr>
          <p:nvPr/>
        </p:nvSpPr>
        <p:spPr>
          <a:xfrm>
            <a:off x="647700" y="4667250"/>
            <a:ext cx="314325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Takeaway cups</a:t>
            </a:r>
          </a:p>
        </p:txBody>
      </p:sp>
      <p:sp>
        <p:nvSpPr>
          <p:cNvPr id="23" name="矩形 22">
            <a:extLst>
              <a:ext uri="{FF2B5EF4-FFF2-40B4-BE49-F238E27FC236}">
                <a16:creationId xmlns:a16="http://schemas.microsoft.com/office/drawing/2014/main" id="{8C227482-7272-43FA-9361-C6CE57A59D7C}"/>
              </a:ext>
            </a:extLst>
          </p:cNvPr>
          <p:cNvSpPr>
            <a:spLocks noGrp="1"/>
          </p:cNvSpPr>
          <p:nvPr/>
        </p:nvSpPr>
        <p:spPr>
          <a:xfrm>
            <a:off x="4476750" y="4667250"/>
            <a:ext cx="238125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3 packs</a:t>
            </a:r>
          </a:p>
        </p:txBody>
      </p:sp>
      <p:sp>
        <p:nvSpPr>
          <p:cNvPr id="24" name="矩形 23">
            <a:extLst>
              <a:ext uri="{FF2B5EF4-FFF2-40B4-BE49-F238E27FC236}">
                <a16:creationId xmlns:a16="http://schemas.microsoft.com/office/drawing/2014/main" id="{F3ABAB59-9C7A-4DD9-A093-2EBA1F400EF6}"/>
              </a:ext>
            </a:extLst>
          </p:cNvPr>
          <p:cNvSpPr>
            <a:spLocks noGrp="1"/>
          </p:cNvSpPr>
          <p:nvPr/>
        </p:nvSpPr>
        <p:spPr>
          <a:xfrm>
            <a:off x="7715250" y="4667250"/>
            <a:ext cx="2857500" cy="361950"/>
          </a:xfrm>
          <a:prstGeom prst="rect">
            <a:avLst/>
          </a:prstGeom>
          <a:noFill/>
          <a:ln w="0">
            <a:noFill/>
            <a:prstDash val="solid"/>
          </a:ln>
        </p:spPr>
        <p:txBody>
          <a:bodyPr anchor="ctr"/>
          <a:lstStyle>
            <a:defPPr algn="l">
              <a:defRPr sz="1650" b="0">
                <a:solidFill>
                  <a:srgbClr val="1F2925"/>
                </a:solidFill>
              </a:defRPr>
            </a:defPPr>
            <a:lvl1pPr algn="l">
              <a:defRPr sz="1650" b="0">
                <a:solidFill>
                  <a:srgbClr val="1F2925"/>
                </a:solidFill>
              </a:defRPr>
            </a:lvl1pPr>
            <a:lvl2pPr algn="l">
              <a:defRPr sz="1650" b="0">
                <a:solidFill>
                  <a:srgbClr val="1F2925"/>
                </a:solidFill>
              </a:defRPr>
            </a:lvl2pPr>
            <a:lvl3pPr algn="l">
              <a:defRPr sz="1650" b="0">
                <a:solidFill>
                  <a:srgbClr val="1F2925"/>
                </a:solidFill>
              </a:defRPr>
            </a:lvl3pPr>
            <a:lvl4pPr algn="l">
              <a:defRPr sz="1650" b="0">
                <a:solidFill>
                  <a:srgbClr val="1F2925"/>
                </a:solidFill>
              </a:defRPr>
            </a:lvl4pPr>
            <a:lvl5pPr algn="l">
              <a:defRPr sz="1650" b="0">
                <a:solidFill>
                  <a:srgbClr val="1F2925"/>
                </a:solidFill>
              </a:defRPr>
            </a:lvl5pPr>
            <a:lvl6pPr algn="l">
              <a:defRPr sz="1650" b="0">
                <a:solidFill>
                  <a:srgbClr val="1F2925"/>
                </a:solidFill>
              </a:defRPr>
            </a:lvl6pPr>
            <a:lvl7pPr algn="l">
              <a:defRPr sz="1650" b="0">
                <a:solidFill>
                  <a:srgbClr val="1F2925"/>
                </a:solidFill>
              </a:defRPr>
            </a:lvl7pPr>
            <a:lvl8pPr algn="l">
              <a:defRPr sz="1650" b="0">
                <a:solidFill>
                  <a:srgbClr val="1F2925"/>
                </a:solidFill>
              </a:defRPr>
            </a:lvl8pPr>
            <a:lvl9pPr algn="l">
              <a:defRPr sz="1650" b="0">
                <a:solidFill>
                  <a:srgbClr val="1F2925"/>
                </a:solidFill>
              </a:defRPr>
            </a:lvl9pPr>
          </a:lstStyle>
          <a:p>
            <a:pPr algn="l">
              <a:defRPr sz="1650" b="0">
                <a:solidFill>
                  <a:srgbClr val="1F2925"/>
                </a:solidFill>
              </a:defRPr>
            </a:pPr>
            <a:r>
              <a:rPr sz="1650" b="0">
                <a:solidFill>
                  <a:srgbClr val="1F2925"/>
                </a:solidFill>
              </a:rPr>
              <a:t>MYR 75.00</a:t>
            </a:r>
          </a:p>
        </p:txBody>
      </p:sp>
      <p:sp>
        <p:nvSpPr>
          <p:cNvPr id="25" name="矩形 24">
            <a:extLst>
              <a:ext uri="{FF2B5EF4-FFF2-40B4-BE49-F238E27FC236}">
                <a16:creationId xmlns:a16="http://schemas.microsoft.com/office/drawing/2014/main" id="{0AE018AD-0D42-4A16-BE4C-F563D754C5B2}"/>
              </a:ext>
            </a:extLst>
          </p:cNvPr>
          <p:cNvSpPr>
            <a:spLocks noGrp="1"/>
          </p:cNvSpPr>
          <p:nvPr/>
        </p:nvSpPr>
        <p:spPr>
          <a:xfrm>
            <a:off x="647700" y="5314950"/>
            <a:ext cx="10572750" cy="19050"/>
          </a:xfrm>
          <a:prstGeom prst="rect">
            <a:avLst/>
          </a:prstGeom>
          <a:solidFill>
            <a:srgbClr val="48685C"/>
          </a:solidFill>
          <a:ln w="0">
            <a:noFill/>
            <a:prstDash val="solid"/>
          </a:ln>
        </p:spPr>
      </p:sp>
      <p:sp>
        <p:nvSpPr>
          <p:cNvPr id="26" name="矩形 25">
            <a:extLst>
              <a:ext uri="{FF2B5EF4-FFF2-40B4-BE49-F238E27FC236}">
                <a16:creationId xmlns:a16="http://schemas.microsoft.com/office/drawing/2014/main" id="{37D74020-794C-4D17-9B78-3B3C9354FF15}"/>
              </a:ext>
            </a:extLst>
          </p:cNvPr>
          <p:cNvSpPr>
            <a:spLocks noGrp="1"/>
          </p:cNvSpPr>
          <p:nvPr/>
        </p:nvSpPr>
        <p:spPr>
          <a:xfrm>
            <a:off x="647700" y="5486400"/>
            <a:ext cx="3143250" cy="361950"/>
          </a:xfrm>
          <a:prstGeom prst="rect">
            <a:avLst/>
          </a:prstGeom>
          <a:noFill/>
          <a:ln w="0">
            <a:noFill/>
            <a:prstDash val="solid"/>
          </a:ln>
        </p:spPr>
        <p:txBody>
          <a:bodyPr anchor="ctr"/>
          <a:lstStyle>
            <a:defPPr algn="l">
              <a:defRPr sz="1650" b="1">
                <a:solidFill>
                  <a:srgbClr val="1F2925"/>
                </a:solidFill>
              </a:defRPr>
            </a:defPPr>
            <a:lvl1pPr algn="l">
              <a:defRPr sz="1650" b="1">
                <a:solidFill>
                  <a:srgbClr val="1F2925"/>
                </a:solidFill>
              </a:defRPr>
            </a:lvl1pPr>
            <a:lvl2pPr algn="l">
              <a:defRPr sz="1650" b="1">
                <a:solidFill>
                  <a:srgbClr val="1F2925"/>
                </a:solidFill>
              </a:defRPr>
            </a:lvl2pPr>
            <a:lvl3pPr algn="l">
              <a:defRPr sz="1650" b="1">
                <a:solidFill>
                  <a:srgbClr val="1F2925"/>
                </a:solidFill>
              </a:defRPr>
            </a:lvl3pPr>
            <a:lvl4pPr algn="l">
              <a:defRPr sz="1650" b="1">
                <a:solidFill>
                  <a:srgbClr val="1F2925"/>
                </a:solidFill>
              </a:defRPr>
            </a:lvl4pPr>
            <a:lvl5pPr algn="l">
              <a:defRPr sz="1650" b="1">
                <a:solidFill>
                  <a:srgbClr val="1F2925"/>
                </a:solidFill>
              </a:defRPr>
            </a:lvl5pPr>
            <a:lvl6pPr algn="l">
              <a:defRPr sz="1650" b="1">
                <a:solidFill>
                  <a:srgbClr val="1F2925"/>
                </a:solidFill>
              </a:defRPr>
            </a:lvl6pPr>
            <a:lvl7pPr algn="l">
              <a:defRPr sz="1650" b="1">
                <a:solidFill>
                  <a:srgbClr val="1F2925"/>
                </a:solidFill>
              </a:defRPr>
            </a:lvl7pPr>
            <a:lvl8pPr algn="l">
              <a:defRPr sz="1650" b="1">
                <a:solidFill>
                  <a:srgbClr val="1F2925"/>
                </a:solidFill>
              </a:defRPr>
            </a:lvl8pPr>
            <a:lvl9pPr algn="l">
              <a:defRPr sz="1650" b="1">
                <a:solidFill>
                  <a:srgbClr val="1F2925"/>
                </a:solidFill>
              </a:defRPr>
            </a:lvl9pPr>
          </a:lstStyle>
          <a:p>
            <a:pPr algn="l">
              <a:defRPr sz="1650" b="1">
                <a:solidFill>
                  <a:srgbClr val="1F2925"/>
                </a:solidFill>
              </a:defRPr>
            </a:pPr>
            <a:r>
              <a:rPr sz="1650" b="1">
                <a:solidFill>
                  <a:srgbClr val="1F2925"/>
                </a:solidFill>
              </a:rPr>
              <a:t>Total</a:t>
            </a:r>
          </a:p>
        </p:txBody>
      </p:sp>
      <p:sp>
        <p:nvSpPr>
          <p:cNvPr id="27" name="矩形 26">
            <a:extLst>
              <a:ext uri="{FF2B5EF4-FFF2-40B4-BE49-F238E27FC236}">
                <a16:creationId xmlns:a16="http://schemas.microsoft.com/office/drawing/2014/main" id="{AA8621BB-30B7-4D35-A806-A0F34EB38AF3}"/>
              </a:ext>
            </a:extLst>
          </p:cNvPr>
          <p:cNvSpPr>
            <a:spLocks noGrp="1"/>
          </p:cNvSpPr>
          <p:nvPr/>
        </p:nvSpPr>
        <p:spPr>
          <a:xfrm>
            <a:off x="4476750" y="5486400"/>
            <a:ext cx="2381250" cy="361950"/>
          </a:xfrm>
          <a:prstGeom prst="rect">
            <a:avLst/>
          </a:prstGeom>
          <a:noFill/>
          <a:ln w="0">
            <a:noFill/>
            <a:prstDash val="solid"/>
          </a:ln>
        </p:spPr>
        <p:txBody>
          <a:bodyPr anchor="ctr"/>
          <a:lstStyle>
            <a:defPPr algn="l">
              <a:defRPr sz="1650" b="1">
                <a:solidFill>
                  <a:srgbClr val="1F2925"/>
                </a:solidFill>
              </a:defRPr>
            </a:defPPr>
            <a:lvl1pPr algn="l">
              <a:defRPr sz="1650" b="1">
                <a:solidFill>
                  <a:srgbClr val="1F2925"/>
                </a:solidFill>
              </a:defRPr>
            </a:lvl1pPr>
            <a:lvl2pPr algn="l">
              <a:defRPr sz="1650" b="1">
                <a:solidFill>
                  <a:srgbClr val="1F2925"/>
                </a:solidFill>
              </a:defRPr>
            </a:lvl2pPr>
            <a:lvl3pPr algn="l">
              <a:defRPr sz="1650" b="1">
                <a:solidFill>
                  <a:srgbClr val="1F2925"/>
                </a:solidFill>
              </a:defRPr>
            </a:lvl3pPr>
            <a:lvl4pPr algn="l">
              <a:defRPr sz="1650" b="1">
                <a:solidFill>
                  <a:srgbClr val="1F2925"/>
                </a:solidFill>
              </a:defRPr>
            </a:lvl4pPr>
            <a:lvl5pPr algn="l">
              <a:defRPr sz="1650" b="1">
                <a:solidFill>
                  <a:srgbClr val="1F2925"/>
                </a:solidFill>
              </a:defRPr>
            </a:lvl5pPr>
            <a:lvl6pPr algn="l">
              <a:defRPr sz="1650" b="1">
                <a:solidFill>
                  <a:srgbClr val="1F2925"/>
                </a:solidFill>
              </a:defRPr>
            </a:lvl6pPr>
            <a:lvl7pPr algn="l">
              <a:defRPr sz="1650" b="1">
                <a:solidFill>
                  <a:srgbClr val="1F2925"/>
                </a:solidFill>
              </a:defRPr>
            </a:lvl7pPr>
            <a:lvl8pPr algn="l">
              <a:defRPr sz="1650" b="1">
                <a:solidFill>
                  <a:srgbClr val="1F2925"/>
                </a:solidFill>
              </a:defRPr>
            </a:lvl8pPr>
            <a:lvl9pPr algn="l">
              <a:defRPr sz="1650" b="1">
                <a:solidFill>
                  <a:srgbClr val="1F2925"/>
                </a:solidFill>
              </a:defRPr>
            </a:lvl9pPr>
          </a:lstStyle>
          <a:p>
            <a:pPr algn="l">
              <a:defRPr sz="1650" b="1">
                <a:solidFill>
                  <a:srgbClr val="1F2925"/>
                </a:solidFill>
              </a:defRPr>
            </a:pPr>
            <a:r>
              <a:rPr sz="1650" b="1">
                <a:solidFill>
                  <a:srgbClr val="1F2925"/>
                </a:solidFill>
              </a:rPr>
              <a:t>35 packs</a:t>
            </a:r>
          </a:p>
        </p:txBody>
      </p:sp>
      <p:sp>
        <p:nvSpPr>
          <p:cNvPr id="28" name="矩形 27">
            <a:extLst>
              <a:ext uri="{FF2B5EF4-FFF2-40B4-BE49-F238E27FC236}">
                <a16:creationId xmlns:a16="http://schemas.microsoft.com/office/drawing/2014/main" id="{361992CD-53FD-48BF-A8FB-99F7B1682B2D}"/>
              </a:ext>
            </a:extLst>
          </p:cNvPr>
          <p:cNvSpPr>
            <a:spLocks noGrp="1"/>
          </p:cNvSpPr>
          <p:nvPr/>
        </p:nvSpPr>
        <p:spPr>
          <a:xfrm>
            <a:off x="7715250" y="5486400"/>
            <a:ext cx="2857500" cy="361950"/>
          </a:xfrm>
          <a:prstGeom prst="rect">
            <a:avLst/>
          </a:prstGeom>
          <a:noFill/>
          <a:ln w="0">
            <a:noFill/>
            <a:prstDash val="solid"/>
          </a:ln>
        </p:spPr>
        <p:txBody>
          <a:bodyPr anchor="ctr"/>
          <a:lstStyle>
            <a:defPPr algn="l">
              <a:defRPr sz="1650" b="1">
                <a:solidFill>
                  <a:srgbClr val="C9694A"/>
                </a:solidFill>
              </a:defRPr>
            </a:defPPr>
            <a:lvl1pPr algn="l">
              <a:defRPr sz="1650" b="1">
                <a:solidFill>
                  <a:srgbClr val="C9694A"/>
                </a:solidFill>
              </a:defRPr>
            </a:lvl1pPr>
            <a:lvl2pPr algn="l">
              <a:defRPr sz="1650" b="1">
                <a:solidFill>
                  <a:srgbClr val="C9694A"/>
                </a:solidFill>
              </a:defRPr>
            </a:lvl2pPr>
            <a:lvl3pPr algn="l">
              <a:defRPr sz="1650" b="1">
                <a:solidFill>
                  <a:srgbClr val="C9694A"/>
                </a:solidFill>
              </a:defRPr>
            </a:lvl3pPr>
            <a:lvl4pPr algn="l">
              <a:defRPr sz="1650" b="1">
                <a:solidFill>
                  <a:srgbClr val="C9694A"/>
                </a:solidFill>
              </a:defRPr>
            </a:lvl4pPr>
            <a:lvl5pPr algn="l">
              <a:defRPr sz="1650" b="1">
                <a:solidFill>
                  <a:srgbClr val="C9694A"/>
                </a:solidFill>
              </a:defRPr>
            </a:lvl5pPr>
            <a:lvl6pPr algn="l">
              <a:defRPr sz="1650" b="1">
                <a:solidFill>
                  <a:srgbClr val="C9694A"/>
                </a:solidFill>
              </a:defRPr>
            </a:lvl6pPr>
            <a:lvl7pPr algn="l">
              <a:defRPr sz="1650" b="1">
                <a:solidFill>
                  <a:srgbClr val="C9694A"/>
                </a:solidFill>
              </a:defRPr>
            </a:lvl7pPr>
            <a:lvl8pPr algn="l">
              <a:defRPr sz="1650" b="1">
                <a:solidFill>
                  <a:srgbClr val="C9694A"/>
                </a:solidFill>
              </a:defRPr>
            </a:lvl8pPr>
            <a:lvl9pPr algn="l">
              <a:defRPr sz="1650" b="1">
                <a:solidFill>
                  <a:srgbClr val="C9694A"/>
                </a:solidFill>
              </a:defRPr>
            </a:lvl9pPr>
          </a:lstStyle>
          <a:p>
            <a:pPr algn="l">
              <a:defRPr sz="1650" b="1">
                <a:solidFill>
                  <a:srgbClr val="C9694A"/>
                </a:solidFill>
              </a:defRPr>
            </a:pPr>
            <a:r>
              <a:rPr sz="1650" b="1">
                <a:solidFill>
                  <a:srgbClr val="C9694A"/>
                </a:solidFill>
              </a:rPr>
              <a:t>MYR 460.50</a:t>
            </a:r>
          </a:p>
        </p:txBody>
      </p:sp>
      <p:sp>
        <p:nvSpPr>
          <p:cNvPr id="29" name="矩形 28">
            <a:extLst>
              <a:ext uri="{FF2B5EF4-FFF2-40B4-BE49-F238E27FC236}">
                <a16:creationId xmlns:a16="http://schemas.microsoft.com/office/drawing/2014/main" id="{1D9AA309-C986-4C09-B85B-0E0FB44B905C}"/>
              </a:ext>
            </a:extLst>
          </p:cNvPr>
          <p:cNvSpPr>
            <a:spLocks noGrp="1"/>
          </p:cNvSpPr>
          <p:nvPr/>
        </p:nvSpPr>
        <p:spPr>
          <a:xfrm>
            <a:off x="647700" y="5962650"/>
            <a:ext cx="10477500" cy="266700"/>
          </a:xfrm>
          <a:prstGeom prst="rect">
            <a:avLst/>
          </a:prstGeom>
          <a:noFill/>
          <a:ln w="0">
            <a:noFill/>
            <a:prstDash val="solid"/>
          </a:ln>
        </p:spPr>
        <p:txBody>
          <a:bodyPr anchor="ctr"/>
          <a:lstStyle>
            <a:defPPr algn="l">
              <a:defRPr sz="1125" b="0">
                <a:solidFill>
                  <a:srgbClr val="66716B"/>
                </a:solidFill>
              </a:defRPr>
            </a:defPPr>
            <a:lvl1pPr algn="l">
              <a:defRPr sz="1125" b="0">
                <a:solidFill>
                  <a:srgbClr val="66716B"/>
                </a:solidFill>
              </a:defRPr>
            </a:lvl1pPr>
            <a:lvl2pPr algn="l">
              <a:defRPr sz="1125" b="0">
                <a:solidFill>
                  <a:srgbClr val="66716B"/>
                </a:solidFill>
              </a:defRPr>
            </a:lvl2pPr>
            <a:lvl3pPr algn="l">
              <a:defRPr sz="1125" b="0">
                <a:solidFill>
                  <a:srgbClr val="66716B"/>
                </a:solidFill>
              </a:defRPr>
            </a:lvl3pPr>
            <a:lvl4pPr algn="l">
              <a:defRPr sz="1125" b="0">
                <a:solidFill>
                  <a:srgbClr val="66716B"/>
                </a:solidFill>
              </a:defRPr>
            </a:lvl4pPr>
            <a:lvl5pPr algn="l">
              <a:defRPr sz="1125" b="0">
                <a:solidFill>
                  <a:srgbClr val="66716B"/>
                </a:solidFill>
              </a:defRPr>
            </a:lvl5pPr>
            <a:lvl6pPr algn="l">
              <a:defRPr sz="1125" b="0">
                <a:solidFill>
                  <a:srgbClr val="66716B"/>
                </a:solidFill>
              </a:defRPr>
            </a:lvl6pPr>
            <a:lvl7pPr algn="l">
              <a:defRPr sz="1125" b="0">
                <a:solidFill>
                  <a:srgbClr val="66716B"/>
                </a:solidFill>
              </a:defRPr>
            </a:lvl7pPr>
            <a:lvl8pPr algn="l">
              <a:defRPr sz="1125" b="0">
                <a:solidFill>
                  <a:srgbClr val="66716B"/>
                </a:solidFill>
              </a:defRPr>
            </a:lvl8pPr>
            <a:lvl9pPr algn="l">
              <a:defRPr sz="1125" b="0">
                <a:solidFill>
                  <a:srgbClr val="66716B"/>
                </a:solidFill>
              </a:defRPr>
            </a:lvl9pPr>
          </a:lstStyle>
          <a:p>
            <a:pPr algn="l">
              <a:defRPr sz="1125" b="0">
                <a:solidFill>
                  <a:srgbClr val="66716B"/>
                </a:solidFill>
              </a:defRPr>
            </a:pPr>
            <a:r>
              <a:rPr sz="1125" b="0">
                <a:solidFill>
                  <a:srgbClr val="66716B"/>
                </a:solidFill>
              </a:rPr>
              <a:t>Demo quantities and editable sample prices; recheck stock, pack sizes and supplier terms before ordering.</a:t>
            </a:r>
          </a:p>
        </p:txBody>
      </p:sp>
    </p:spTree>
    <p:extLst>
      <p:ext uri="{BB962C8B-B14F-4D97-AF65-F5344CB8AC3E}">
        <p14:creationId xmlns:p14="http://schemas.microsoft.com/office/powerpoint/2010/main" val="1218833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EC65E6DD-955A-4D78-857E-899E8FD59DCA}"/>
              </a:ext>
            </a:extLst>
          </p:cNvPr>
          <p:cNvSpPr>
            <a:spLocks noGrp="1"/>
          </p:cNvSpPr>
          <p:nvPr/>
        </p:nvSpPr>
        <p:spPr>
          <a:xfrm>
            <a:off x="647700" y="400050"/>
            <a:ext cx="4762500" cy="266700"/>
          </a:xfrm>
          <a:prstGeom prst="rect">
            <a:avLst/>
          </a:prstGeom>
          <a:noFill/>
          <a:ln w="0">
            <a:noFill/>
            <a:prstDash val="solid"/>
          </a:ln>
        </p:spPr>
        <p:txBody>
          <a:bodyPr anchor="ctr"/>
          <a:lstStyle>
            <a:defPPr algn="l">
              <a:defRPr sz="1125" b="1">
                <a:solidFill>
                  <a:srgbClr val="48685C"/>
                </a:solidFill>
              </a:defRPr>
            </a:defPPr>
            <a:lvl1pPr algn="l">
              <a:defRPr sz="1125" b="1">
                <a:solidFill>
                  <a:srgbClr val="48685C"/>
                </a:solidFill>
              </a:defRPr>
            </a:lvl1pPr>
            <a:lvl2pPr algn="l">
              <a:defRPr sz="1125" b="1">
                <a:solidFill>
                  <a:srgbClr val="48685C"/>
                </a:solidFill>
              </a:defRPr>
            </a:lvl2pPr>
            <a:lvl3pPr algn="l">
              <a:defRPr sz="1125" b="1">
                <a:solidFill>
                  <a:srgbClr val="48685C"/>
                </a:solidFill>
              </a:defRPr>
            </a:lvl3pPr>
            <a:lvl4pPr algn="l">
              <a:defRPr sz="1125" b="1">
                <a:solidFill>
                  <a:srgbClr val="48685C"/>
                </a:solidFill>
              </a:defRPr>
            </a:lvl4pPr>
            <a:lvl5pPr algn="l">
              <a:defRPr sz="1125" b="1">
                <a:solidFill>
                  <a:srgbClr val="48685C"/>
                </a:solidFill>
              </a:defRPr>
            </a:lvl5pPr>
            <a:lvl6pPr algn="l">
              <a:defRPr sz="1125" b="1">
                <a:solidFill>
                  <a:srgbClr val="48685C"/>
                </a:solidFill>
              </a:defRPr>
            </a:lvl6pPr>
            <a:lvl7pPr algn="l">
              <a:defRPr sz="1125" b="1">
                <a:solidFill>
                  <a:srgbClr val="48685C"/>
                </a:solidFill>
              </a:defRPr>
            </a:lvl7pPr>
            <a:lvl8pPr algn="l">
              <a:defRPr sz="1125" b="1">
                <a:solidFill>
                  <a:srgbClr val="48685C"/>
                </a:solidFill>
              </a:defRPr>
            </a:lvl8pPr>
            <a:lvl9pPr algn="l">
              <a:defRPr sz="1125" b="1">
                <a:solidFill>
                  <a:srgbClr val="48685C"/>
                </a:solidFill>
              </a:defRPr>
            </a:lvl9pPr>
          </a:lstStyle>
          <a:p>
            <a:pPr algn="l">
              <a:defRPr sz="1125" b="1">
                <a:solidFill>
                  <a:srgbClr val="48685C"/>
                </a:solidFill>
              </a:defRPr>
            </a:pPr>
            <a:r>
              <a:rPr sz="1125" b="1">
                <a:solidFill>
                  <a:srgbClr val="48685C"/>
                </a:solidFill>
              </a:rPr>
              <a:t>BUILT WITH GUARDRAILS</a:t>
            </a:r>
          </a:p>
        </p:txBody>
      </p:sp>
      <p:sp>
        <p:nvSpPr>
          <p:cNvPr id="2" name="矩形 1">
            <a:extLst>
              <a:ext uri="{FF2B5EF4-FFF2-40B4-BE49-F238E27FC236}">
                <a16:creationId xmlns:a16="http://schemas.microsoft.com/office/drawing/2014/main" id="{4619FED4-FD82-4B1C-9A0D-37172D71B267}"/>
              </a:ext>
            </a:extLst>
          </p:cNvPr>
          <p:cNvSpPr>
            <a:spLocks noGrp="1"/>
          </p:cNvSpPr>
          <p:nvPr/>
        </p:nvSpPr>
        <p:spPr>
          <a:xfrm>
            <a:off x="647700" y="819150"/>
            <a:ext cx="10896600" cy="685800"/>
          </a:xfrm>
          <a:prstGeom prst="rect">
            <a:avLst/>
          </a:prstGeom>
          <a:noFill/>
          <a:ln w="0">
            <a:noFill/>
            <a:prstDash val="solid"/>
          </a:ln>
        </p:spPr>
        <p:txBody>
          <a:bodyPr anchor="ctr"/>
          <a:lstStyle>
            <a:defPPr algn="l">
              <a:defRPr sz="3150" b="1">
                <a:solidFill>
                  <a:srgbClr val="1F2925"/>
                </a:solidFill>
              </a:defRPr>
            </a:defPPr>
            <a:lvl1pPr algn="l">
              <a:defRPr sz="3150" b="1">
                <a:solidFill>
                  <a:srgbClr val="1F2925"/>
                </a:solidFill>
              </a:defRPr>
            </a:lvl1pPr>
            <a:lvl2pPr algn="l">
              <a:defRPr sz="3150" b="1">
                <a:solidFill>
                  <a:srgbClr val="1F2925"/>
                </a:solidFill>
              </a:defRPr>
            </a:lvl2pPr>
            <a:lvl3pPr algn="l">
              <a:defRPr sz="3150" b="1">
                <a:solidFill>
                  <a:srgbClr val="1F2925"/>
                </a:solidFill>
              </a:defRPr>
            </a:lvl3pPr>
            <a:lvl4pPr algn="l">
              <a:defRPr sz="3150" b="1">
                <a:solidFill>
                  <a:srgbClr val="1F2925"/>
                </a:solidFill>
              </a:defRPr>
            </a:lvl4pPr>
            <a:lvl5pPr algn="l">
              <a:defRPr sz="3150" b="1">
                <a:solidFill>
                  <a:srgbClr val="1F2925"/>
                </a:solidFill>
              </a:defRPr>
            </a:lvl5pPr>
            <a:lvl6pPr algn="l">
              <a:defRPr sz="3150" b="1">
                <a:solidFill>
                  <a:srgbClr val="1F2925"/>
                </a:solidFill>
              </a:defRPr>
            </a:lvl6pPr>
            <a:lvl7pPr algn="l">
              <a:defRPr sz="3150" b="1">
                <a:solidFill>
                  <a:srgbClr val="1F2925"/>
                </a:solidFill>
              </a:defRPr>
            </a:lvl7pPr>
            <a:lvl8pPr algn="l">
              <a:defRPr sz="3150" b="1">
                <a:solidFill>
                  <a:srgbClr val="1F2925"/>
                </a:solidFill>
              </a:defRPr>
            </a:lvl8pPr>
            <a:lvl9pPr algn="l">
              <a:defRPr sz="3150" b="1">
                <a:solidFill>
                  <a:srgbClr val="1F2925"/>
                </a:solidFill>
              </a:defRPr>
            </a:lvl9pPr>
          </a:lstStyle>
          <a:p>
            <a:pPr algn="l">
              <a:defRPr sz="3150" b="1">
                <a:solidFill>
                  <a:srgbClr val="1F2925"/>
                </a:solidFill>
              </a:defRPr>
            </a:pPr>
            <a:r>
              <a:rPr sz="3150" b="1">
                <a:solidFill>
                  <a:srgbClr val="1F2925"/>
                </a:solidFill>
              </a:rPr>
              <a:t>Automation prepares; the owner approves</a:t>
            </a:r>
          </a:p>
        </p:txBody>
      </p:sp>
      <p:sp>
        <p:nvSpPr>
          <p:cNvPr id="3" name="矩形 2">
            <a:extLst>
              <a:ext uri="{FF2B5EF4-FFF2-40B4-BE49-F238E27FC236}">
                <a16:creationId xmlns:a16="http://schemas.microsoft.com/office/drawing/2014/main" id="{A660A7A1-1DF1-4485-9636-8E1D8D362313}"/>
              </a:ext>
            </a:extLst>
          </p:cNvPr>
          <p:cNvSpPr>
            <a:spLocks noGrp="1"/>
          </p:cNvSpPr>
          <p:nvPr/>
        </p:nvSpPr>
        <p:spPr>
          <a:xfrm>
            <a:off x="647700" y="6334125"/>
            <a:ext cx="10896600" cy="9525"/>
          </a:xfrm>
          <a:prstGeom prst="rect">
            <a:avLst/>
          </a:prstGeom>
          <a:solidFill>
            <a:srgbClr val="C9D1CA"/>
          </a:solidFill>
          <a:ln w="0">
            <a:noFill/>
            <a:prstDash val="solid"/>
          </a:ln>
        </p:spPr>
      </p:sp>
      <p:sp>
        <p:nvSpPr>
          <p:cNvPr id="4" name="矩形 3">
            <a:extLst>
              <a:ext uri="{FF2B5EF4-FFF2-40B4-BE49-F238E27FC236}">
                <a16:creationId xmlns:a16="http://schemas.microsoft.com/office/drawing/2014/main" id="{FB392639-5E6E-4338-80AF-D40CF0E4A65E}"/>
              </a:ext>
            </a:extLst>
          </p:cNvPr>
          <p:cNvSpPr>
            <a:spLocks noGrp="1"/>
          </p:cNvSpPr>
          <p:nvPr/>
        </p:nvSpPr>
        <p:spPr>
          <a:xfrm>
            <a:off x="10972800" y="6419850"/>
            <a:ext cx="571500" cy="228600"/>
          </a:xfrm>
          <a:prstGeom prst="rect">
            <a:avLst/>
          </a:prstGeom>
          <a:noFill/>
          <a:ln w="0">
            <a:noFill/>
            <a:prstDash val="solid"/>
          </a:ln>
        </p:spPr>
        <p:txBody>
          <a:bodyPr anchor="ctr"/>
          <a:lstStyle>
            <a:defPPr algn="r">
              <a:defRPr sz="1050" b="1">
                <a:solidFill>
                  <a:srgbClr val="66716B"/>
                </a:solidFill>
              </a:defRPr>
            </a:defPPr>
            <a:lvl1pPr algn="r">
              <a:defRPr sz="1050" b="1">
                <a:solidFill>
                  <a:srgbClr val="66716B"/>
                </a:solidFill>
              </a:defRPr>
            </a:lvl1pPr>
            <a:lvl2pPr algn="r">
              <a:defRPr sz="1050" b="1">
                <a:solidFill>
                  <a:srgbClr val="66716B"/>
                </a:solidFill>
              </a:defRPr>
            </a:lvl2pPr>
            <a:lvl3pPr algn="r">
              <a:defRPr sz="1050" b="1">
                <a:solidFill>
                  <a:srgbClr val="66716B"/>
                </a:solidFill>
              </a:defRPr>
            </a:lvl3pPr>
            <a:lvl4pPr algn="r">
              <a:defRPr sz="1050" b="1">
                <a:solidFill>
                  <a:srgbClr val="66716B"/>
                </a:solidFill>
              </a:defRPr>
            </a:lvl4pPr>
            <a:lvl5pPr algn="r">
              <a:defRPr sz="1050" b="1">
                <a:solidFill>
                  <a:srgbClr val="66716B"/>
                </a:solidFill>
              </a:defRPr>
            </a:lvl5pPr>
            <a:lvl6pPr algn="r">
              <a:defRPr sz="1050" b="1">
                <a:solidFill>
                  <a:srgbClr val="66716B"/>
                </a:solidFill>
              </a:defRPr>
            </a:lvl6pPr>
            <a:lvl7pPr algn="r">
              <a:defRPr sz="1050" b="1">
                <a:solidFill>
                  <a:srgbClr val="66716B"/>
                </a:solidFill>
              </a:defRPr>
            </a:lvl7pPr>
            <a:lvl8pPr algn="r">
              <a:defRPr sz="1050" b="1">
                <a:solidFill>
                  <a:srgbClr val="66716B"/>
                </a:solidFill>
              </a:defRPr>
            </a:lvl8pPr>
            <a:lvl9pPr algn="r">
              <a:defRPr sz="1050" b="1">
                <a:solidFill>
                  <a:srgbClr val="66716B"/>
                </a:solidFill>
              </a:defRPr>
            </a:lvl9pPr>
          </a:lstStyle>
          <a:p>
            <a:pPr algn="r">
              <a:defRPr sz="1050" b="1">
                <a:solidFill>
                  <a:srgbClr val="66716B"/>
                </a:solidFill>
              </a:defRPr>
            </a:pPr>
            <a:r>
              <a:rPr sz="1050" b="1">
                <a:solidFill>
                  <a:srgbClr val="66716B"/>
                </a:solidFill>
              </a:rPr>
              <a:t>06</a:t>
            </a:r>
          </a:p>
        </p:txBody>
      </p:sp>
      <p:sp>
        <p:nvSpPr>
          <p:cNvPr id="5" name="矩形 4">
            <a:extLst>
              <a:ext uri="{FF2B5EF4-FFF2-40B4-BE49-F238E27FC236}">
                <a16:creationId xmlns:a16="http://schemas.microsoft.com/office/drawing/2014/main" id="{C2C2988B-4651-4AEF-8BB3-E0232554AD18}"/>
              </a:ext>
            </a:extLst>
          </p:cNvPr>
          <p:cNvSpPr>
            <a:spLocks noGrp="1"/>
          </p:cNvSpPr>
          <p:nvPr/>
        </p:nvSpPr>
        <p:spPr>
          <a:xfrm>
            <a:off x="647700" y="1695450"/>
            <a:ext cx="10477500" cy="381000"/>
          </a:xfrm>
          <a:prstGeom prst="rect">
            <a:avLst/>
          </a:prstGeom>
          <a:noFill/>
          <a:ln w="0">
            <a:noFill/>
            <a:prstDash val="solid"/>
          </a:ln>
        </p:spPr>
        <p:txBody>
          <a:bodyPr anchor="ctr"/>
          <a:lstStyle>
            <a:defPPr algn="l">
              <a:defRPr sz="2175" b="1">
                <a:solidFill>
                  <a:srgbClr val="1F2925"/>
                </a:solidFill>
              </a:defRPr>
            </a:defPPr>
            <a:lvl1pPr algn="l">
              <a:defRPr sz="2175" b="1">
                <a:solidFill>
                  <a:srgbClr val="1F2925"/>
                </a:solidFill>
              </a:defRPr>
            </a:lvl1pPr>
            <a:lvl2pPr algn="l">
              <a:defRPr sz="2175" b="1">
                <a:solidFill>
                  <a:srgbClr val="1F2925"/>
                </a:solidFill>
              </a:defRPr>
            </a:lvl2pPr>
            <a:lvl3pPr algn="l">
              <a:defRPr sz="2175" b="1">
                <a:solidFill>
                  <a:srgbClr val="1F2925"/>
                </a:solidFill>
              </a:defRPr>
            </a:lvl3pPr>
            <a:lvl4pPr algn="l">
              <a:defRPr sz="2175" b="1">
                <a:solidFill>
                  <a:srgbClr val="1F2925"/>
                </a:solidFill>
              </a:defRPr>
            </a:lvl4pPr>
            <a:lvl5pPr algn="l">
              <a:defRPr sz="2175" b="1">
                <a:solidFill>
                  <a:srgbClr val="1F2925"/>
                </a:solidFill>
              </a:defRPr>
            </a:lvl5pPr>
            <a:lvl6pPr algn="l">
              <a:defRPr sz="2175" b="1">
                <a:solidFill>
                  <a:srgbClr val="1F2925"/>
                </a:solidFill>
              </a:defRPr>
            </a:lvl6pPr>
            <a:lvl7pPr algn="l">
              <a:defRPr sz="2175" b="1">
                <a:solidFill>
                  <a:srgbClr val="1F2925"/>
                </a:solidFill>
              </a:defRPr>
            </a:lvl7pPr>
            <a:lvl8pPr algn="l">
              <a:defRPr sz="2175" b="1">
                <a:solidFill>
                  <a:srgbClr val="1F2925"/>
                </a:solidFill>
              </a:defRPr>
            </a:lvl8pPr>
            <a:lvl9pPr algn="l">
              <a:defRPr sz="2175" b="1">
                <a:solidFill>
                  <a:srgbClr val="1F2925"/>
                </a:solidFill>
              </a:defRPr>
            </a:lvl9pPr>
          </a:lstStyle>
          <a:p>
            <a:pPr algn="l">
              <a:defRPr sz="2175" b="1">
                <a:solidFill>
                  <a:srgbClr val="1F2925"/>
                </a:solidFill>
              </a:defRPr>
            </a:pPr>
            <a:r>
              <a:rPr sz="2175" b="1">
                <a:solidFill>
                  <a:srgbClr val="1F2925"/>
                </a:solidFill>
              </a:rPr>
              <a:t>Suggestions can be generated automatically.</a:t>
            </a:r>
          </a:p>
        </p:txBody>
      </p:sp>
      <p:sp>
        <p:nvSpPr>
          <p:cNvPr id="6" name="矩形 5">
            <a:extLst>
              <a:ext uri="{FF2B5EF4-FFF2-40B4-BE49-F238E27FC236}">
                <a16:creationId xmlns:a16="http://schemas.microsoft.com/office/drawing/2014/main" id="{31179CE2-79E9-4D86-ACAF-B6B19FC3AC77}"/>
              </a:ext>
            </a:extLst>
          </p:cNvPr>
          <p:cNvSpPr>
            <a:spLocks noGrp="1"/>
          </p:cNvSpPr>
          <p:nvPr/>
        </p:nvSpPr>
        <p:spPr>
          <a:xfrm>
            <a:off x="647700" y="2095500"/>
            <a:ext cx="10477500" cy="381000"/>
          </a:xfrm>
          <a:prstGeom prst="rect">
            <a:avLst/>
          </a:prstGeom>
          <a:noFill/>
          <a:ln w="0">
            <a:noFill/>
            <a:prstDash val="solid"/>
          </a:ln>
        </p:spPr>
        <p:txBody>
          <a:bodyPr anchor="ctr"/>
          <a:lstStyle>
            <a:defPPr algn="l">
              <a:defRPr sz="2175" b="1">
                <a:solidFill>
                  <a:srgbClr val="1F2925"/>
                </a:solidFill>
              </a:defRPr>
            </a:defPPr>
            <a:lvl1pPr algn="l">
              <a:defRPr sz="2175" b="1">
                <a:solidFill>
                  <a:srgbClr val="1F2925"/>
                </a:solidFill>
              </a:defRPr>
            </a:lvl1pPr>
            <a:lvl2pPr algn="l">
              <a:defRPr sz="2175" b="1">
                <a:solidFill>
                  <a:srgbClr val="1F2925"/>
                </a:solidFill>
              </a:defRPr>
            </a:lvl2pPr>
            <a:lvl3pPr algn="l">
              <a:defRPr sz="2175" b="1">
                <a:solidFill>
                  <a:srgbClr val="1F2925"/>
                </a:solidFill>
              </a:defRPr>
            </a:lvl3pPr>
            <a:lvl4pPr algn="l">
              <a:defRPr sz="2175" b="1">
                <a:solidFill>
                  <a:srgbClr val="1F2925"/>
                </a:solidFill>
              </a:defRPr>
            </a:lvl4pPr>
            <a:lvl5pPr algn="l">
              <a:defRPr sz="2175" b="1">
                <a:solidFill>
                  <a:srgbClr val="1F2925"/>
                </a:solidFill>
              </a:defRPr>
            </a:lvl5pPr>
            <a:lvl6pPr algn="l">
              <a:defRPr sz="2175" b="1">
                <a:solidFill>
                  <a:srgbClr val="1F2925"/>
                </a:solidFill>
              </a:defRPr>
            </a:lvl6pPr>
            <a:lvl7pPr algn="l">
              <a:defRPr sz="2175" b="1">
                <a:solidFill>
                  <a:srgbClr val="1F2925"/>
                </a:solidFill>
              </a:defRPr>
            </a:lvl7pPr>
            <a:lvl8pPr algn="l">
              <a:defRPr sz="2175" b="1">
                <a:solidFill>
                  <a:srgbClr val="1F2925"/>
                </a:solidFill>
              </a:defRPr>
            </a:lvl8pPr>
            <a:lvl9pPr algn="l">
              <a:defRPr sz="2175" b="1">
                <a:solidFill>
                  <a:srgbClr val="1F2925"/>
                </a:solidFill>
              </a:defRPr>
            </a:lvl9pPr>
          </a:lstStyle>
          <a:p>
            <a:pPr algn="l">
              <a:defRPr sz="2175" b="1">
                <a:solidFill>
                  <a:srgbClr val="1F2925"/>
                </a:solidFill>
              </a:defRPr>
            </a:pPr>
            <a:r>
              <a:rPr sz="2175" b="1">
                <a:solidFill>
                  <a:srgbClr val="1F2925"/>
                </a:solidFill>
              </a:rPr>
              <a:t>The café owner makes the purchasing decision.</a:t>
            </a:r>
          </a:p>
        </p:txBody>
      </p:sp>
      <p:sp>
        <p:nvSpPr>
          <p:cNvPr id="7" name="矩形 6">
            <a:extLst>
              <a:ext uri="{FF2B5EF4-FFF2-40B4-BE49-F238E27FC236}">
                <a16:creationId xmlns:a16="http://schemas.microsoft.com/office/drawing/2014/main" id="{F8EACD12-3DEF-4687-9727-5349758043E5}"/>
              </a:ext>
            </a:extLst>
          </p:cNvPr>
          <p:cNvSpPr>
            <a:spLocks noGrp="1"/>
          </p:cNvSpPr>
          <p:nvPr/>
        </p:nvSpPr>
        <p:spPr>
          <a:xfrm>
            <a:off x="838200" y="2781300"/>
            <a:ext cx="1381125" cy="361950"/>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Approval</a:t>
            </a:r>
          </a:p>
        </p:txBody>
      </p:sp>
      <p:sp>
        <p:nvSpPr>
          <p:cNvPr id="8" name="矩形 7">
            <a:extLst>
              <a:ext uri="{FF2B5EF4-FFF2-40B4-BE49-F238E27FC236}">
                <a16:creationId xmlns:a16="http://schemas.microsoft.com/office/drawing/2014/main" id="{9C22308E-9F4D-4D5C-A256-F1B61A6CD86D}"/>
              </a:ext>
            </a:extLst>
          </p:cNvPr>
          <p:cNvSpPr>
            <a:spLocks noGrp="1"/>
          </p:cNvSpPr>
          <p:nvPr/>
        </p:nvSpPr>
        <p:spPr>
          <a:xfrm>
            <a:off x="2476500" y="2781300"/>
            <a:ext cx="8286750" cy="428625"/>
          </a:xfrm>
          <a:prstGeom prst="rect">
            <a:avLst/>
          </a:prstGeom>
          <a:noFill/>
          <a:ln w="0">
            <a:noFill/>
            <a:prstDash val="solid"/>
          </a:ln>
        </p:spPr>
        <p:txBody>
          <a:bodyPr anchor="ctr"/>
          <a:lstStyle>
            <a:defPPr algn="l">
              <a:defRPr sz="1500" b="0">
                <a:solidFill>
                  <a:srgbClr val="1F2925"/>
                </a:solidFill>
              </a:defRPr>
            </a:defPPr>
            <a:lvl1pPr algn="l">
              <a:defRPr sz="1500" b="0">
                <a:solidFill>
                  <a:srgbClr val="1F2925"/>
                </a:solidFill>
              </a:defRPr>
            </a:lvl1pPr>
            <a:lvl2pPr algn="l">
              <a:defRPr sz="1500" b="0">
                <a:solidFill>
                  <a:srgbClr val="1F2925"/>
                </a:solidFill>
              </a:defRPr>
            </a:lvl2pPr>
            <a:lvl3pPr algn="l">
              <a:defRPr sz="1500" b="0">
                <a:solidFill>
                  <a:srgbClr val="1F2925"/>
                </a:solidFill>
              </a:defRPr>
            </a:lvl3pPr>
            <a:lvl4pPr algn="l">
              <a:defRPr sz="1500" b="0">
                <a:solidFill>
                  <a:srgbClr val="1F2925"/>
                </a:solidFill>
              </a:defRPr>
            </a:lvl4pPr>
            <a:lvl5pPr algn="l">
              <a:defRPr sz="1500" b="0">
                <a:solidFill>
                  <a:srgbClr val="1F2925"/>
                </a:solidFill>
              </a:defRPr>
            </a:lvl5pPr>
            <a:lvl6pPr algn="l">
              <a:defRPr sz="1500" b="0">
                <a:solidFill>
                  <a:srgbClr val="1F2925"/>
                </a:solidFill>
              </a:defRPr>
            </a:lvl6pPr>
            <a:lvl7pPr algn="l">
              <a:defRPr sz="1500" b="0">
                <a:solidFill>
                  <a:srgbClr val="1F2925"/>
                </a:solidFill>
              </a:defRPr>
            </a:lvl7pPr>
            <a:lvl8pPr algn="l">
              <a:defRPr sz="1500" b="0">
                <a:solidFill>
                  <a:srgbClr val="1F2925"/>
                </a:solidFill>
              </a:defRPr>
            </a:lvl8pPr>
            <a:lvl9pPr algn="l">
              <a:defRPr sz="1500" b="0">
                <a:solidFill>
                  <a:srgbClr val="1F2925"/>
                </a:solidFill>
              </a:defRPr>
            </a:lvl9pPr>
          </a:lstStyle>
          <a:p>
            <a:pPr algn="l">
              <a:defRPr sz="1500" b="0">
                <a:solidFill>
                  <a:srgbClr val="1F2925"/>
                </a:solidFill>
              </a:defRPr>
            </a:pPr>
            <a:r>
              <a:rPr sz="1500" b="0">
                <a:solidFill>
                  <a:srgbClr val="1F2925"/>
                </a:solidFill>
              </a:rPr>
              <a:t>A clear confirmation is required before drafts are created</a:t>
            </a:r>
          </a:p>
        </p:txBody>
      </p:sp>
      <p:sp>
        <p:nvSpPr>
          <p:cNvPr id="9" name="矩形 8">
            <a:extLst>
              <a:ext uri="{FF2B5EF4-FFF2-40B4-BE49-F238E27FC236}">
                <a16:creationId xmlns:a16="http://schemas.microsoft.com/office/drawing/2014/main" id="{65F34083-E23E-4D1E-A838-2A48CC521EE8}"/>
              </a:ext>
            </a:extLst>
          </p:cNvPr>
          <p:cNvSpPr>
            <a:spLocks noGrp="1"/>
          </p:cNvSpPr>
          <p:nvPr/>
        </p:nvSpPr>
        <p:spPr>
          <a:xfrm>
            <a:off x="838200" y="3305175"/>
            <a:ext cx="9906000" cy="9525"/>
          </a:xfrm>
          <a:prstGeom prst="rect">
            <a:avLst/>
          </a:prstGeom>
          <a:solidFill>
            <a:srgbClr val="C9D1CA"/>
          </a:solidFill>
          <a:ln w="0">
            <a:noFill/>
            <a:prstDash val="solid"/>
          </a:ln>
        </p:spPr>
      </p:sp>
      <p:sp>
        <p:nvSpPr>
          <p:cNvPr id="10" name="矩形 9">
            <a:extLst>
              <a:ext uri="{FF2B5EF4-FFF2-40B4-BE49-F238E27FC236}">
                <a16:creationId xmlns:a16="http://schemas.microsoft.com/office/drawing/2014/main" id="{E092D75D-321F-4D13-8EDA-3D348F34B1E0}"/>
              </a:ext>
            </a:extLst>
          </p:cNvPr>
          <p:cNvSpPr>
            <a:spLocks noGrp="1"/>
          </p:cNvSpPr>
          <p:nvPr/>
        </p:nvSpPr>
        <p:spPr>
          <a:xfrm>
            <a:off x="838200" y="3476625"/>
            <a:ext cx="1381125" cy="361950"/>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Email</a:t>
            </a:r>
          </a:p>
        </p:txBody>
      </p:sp>
      <p:sp>
        <p:nvSpPr>
          <p:cNvPr id="11" name="矩形 10">
            <a:extLst>
              <a:ext uri="{FF2B5EF4-FFF2-40B4-BE49-F238E27FC236}">
                <a16:creationId xmlns:a16="http://schemas.microsoft.com/office/drawing/2014/main" id="{59885463-2AA9-43D5-A000-90A4235B9BF8}"/>
              </a:ext>
            </a:extLst>
          </p:cNvPr>
          <p:cNvSpPr>
            <a:spLocks noGrp="1"/>
          </p:cNvSpPr>
          <p:nvPr/>
        </p:nvSpPr>
        <p:spPr>
          <a:xfrm>
            <a:off x="2476500" y="3476625"/>
            <a:ext cx="8286750" cy="428625"/>
          </a:xfrm>
          <a:prstGeom prst="rect">
            <a:avLst/>
          </a:prstGeom>
          <a:noFill/>
          <a:ln w="0">
            <a:noFill/>
            <a:prstDash val="solid"/>
          </a:ln>
        </p:spPr>
        <p:txBody>
          <a:bodyPr anchor="ctr"/>
          <a:lstStyle>
            <a:defPPr algn="l">
              <a:defRPr sz="1500" b="0">
                <a:solidFill>
                  <a:srgbClr val="1F2925"/>
                </a:solidFill>
              </a:defRPr>
            </a:defPPr>
            <a:lvl1pPr algn="l">
              <a:defRPr sz="1500" b="0">
                <a:solidFill>
                  <a:srgbClr val="1F2925"/>
                </a:solidFill>
              </a:defRPr>
            </a:lvl1pPr>
            <a:lvl2pPr algn="l">
              <a:defRPr sz="1500" b="0">
                <a:solidFill>
                  <a:srgbClr val="1F2925"/>
                </a:solidFill>
              </a:defRPr>
            </a:lvl2pPr>
            <a:lvl3pPr algn="l">
              <a:defRPr sz="1500" b="0">
                <a:solidFill>
                  <a:srgbClr val="1F2925"/>
                </a:solidFill>
              </a:defRPr>
            </a:lvl3pPr>
            <a:lvl4pPr algn="l">
              <a:defRPr sz="1500" b="0">
                <a:solidFill>
                  <a:srgbClr val="1F2925"/>
                </a:solidFill>
              </a:defRPr>
            </a:lvl4pPr>
            <a:lvl5pPr algn="l">
              <a:defRPr sz="1500" b="0">
                <a:solidFill>
                  <a:srgbClr val="1F2925"/>
                </a:solidFill>
              </a:defRPr>
            </a:lvl5pPr>
            <a:lvl6pPr algn="l">
              <a:defRPr sz="1500" b="0">
                <a:solidFill>
                  <a:srgbClr val="1F2925"/>
                </a:solidFill>
              </a:defRPr>
            </a:lvl6pPr>
            <a:lvl7pPr algn="l">
              <a:defRPr sz="1500" b="0">
                <a:solidFill>
                  <a:srgbClr val="1F2925"/>
                </a:solidFill>
              </a:defRPr>
            </a:lvl7pPr>
            <a:lvl8pPr algn="l">
              <a:defRPr sz="1500" b="0">
                <a:solidFill>
                  <a:srgbClr val="1F2925"/>
                </a:solidFill>
              </a:defRPr>
            </a:lvl8pPr>
            <a:lvl9pPr algn="l">
              <a:defRPr sz="1500" b="0">
                <a:solidFill>
                  <a:srgbClr val="1F2925"/>
                </a:solidFill>
              </a:defRPr>
            </a:lvl9pPr>
          </a:lstStyle>
          <a:p>
            <a:pPr algn="l">
              <a:defRPr sz="1500" b="0">
                <a:solidFill>
                  <a:srgbClr val="1F2925"/>
                </a:solidFill>
              </a:defRPr>
            </a:pPr>
            <a:r>
              <a:rPr sz="1500" b="0">
                <a:solidFill>
                  <a:srgbClr val="1F2925"/>
                </a:solidFill>
              </a:rPr>
              <a:t>The demo does not send email; downloaded drafts still need recipient and quantity checks</a:t>
            </a:r>
          </a:p>
        </p:txBody>
      </p:sp>
      <p:sp>
        <p:nvSpPr>
          <p:cNvPr id="12" name="矩形 11">
            <a:extLst>
              <a:ext uri="{FF2B5EF4-FFF2-40B4-BE49-F238E27FC236}">
                <a16:creationId xmlns:a16="http://schemas.microsoft.com/office/drawing/2014/main" id="{85552C77-6029-43ED-B498-062DB610C859}"/>
              </a:ext>
            </a:extLst>
          </p:cNvPr>
          <p:cNvSpPr>
            <a:spLocks noGrp="1"/>
          </p:cNvSpPr>
          <p:nvPr/>
        </p:nvSpPr>
        <p:spPr>
          <a:xfrm>
            <a:off x="838200" y="4000500"/>
            <a:ext cx="9906000" cy="9525"/>
          </a:xfrm>
          <a:prstGeom prst="rect">
            <a:avLst/>
          </a:prstGeom>
          <a:solidFill>
            <a:srgbClr val="C9D1CA"/>
          </a:solidFill>
          <a:ln w="0">
            <a:noFill/>
            <a:prstDash val="solid"/>
          </a:ln>
        </p:spPr>
      </p:sp>
      <p:sp>
        <p:nvSpPr>
          <p:cNvPr id="13" name="矩形 12">
            <a:extLst>
              <a:ext uri="{FF2B5EF4-FFF2-40B4-BE49-F238E27FC236}">
                <a16:creationId xmlns:a16="http://schemas.microsoft.com/office/drawing/2014/main" id="{49FAD26B-604E-449B-BDB0-CAD88F0B892D}"/>
              </a:ext>
            </a:extLst>
          </p:cNvPr>
          <p:cNvSpPr>
            <a:spLocks noGrp="1"/>
          </p:cNvSpPr>
          <p:nvPr/>
        </p:nvSpPr>
        <p:spPr>
          <a:xfrm>
            <a:off x="838200" y="4171950"/>
            <a:ext cx="1381125" cy="361950"/>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Activity</a:t>
            </a:r>
          </a:p>
        </p:txBody>
      </p:sp>
      <p:sp>
        <p:nvSpPr>
          <p:cNvPr id="14" name="矩形 13">
            <a:extLst>
              <a:ext uri="{FF2B5EF4-FFF2-40B4-BE49-F238E27FC236}">
                <a16:creationId xmlns:a16="http://schemas.microsoft.com/office/drawing/2014/main" id="{10FB6597-C6D2-42D0-A4BE-0509010D72BB}"/>
              </a:ext>
            </a:extLst>
          </p:cNvPr>
          <p:cNvSpPr>
            <a:spLocks noGrp="1"/>
          </p:cNvSpPr>
          <p:nvPr/>
        </p:nvSpPr>
        <p:spPr>
          <a:xfrm>
            <a:off x="2476500" y="4171950"/>
            <a:ext cx="8286750" cy="428625"/>
          </a:xfrm>
          <a:prstGeom prst="rect">
            <a:avLst/>
          </a:prstGeom>
          <a:noFill/>
          <a:ln w="0">
            <a:noFill/>
            <a:prstDash val="solid"/>
          </a:ln>
        </p:spPr>
        <p:txBody>
          <a:bodyPr anchor="ctr"/>
          <a:lstStyle>
            <a:defPPr algn="l">
              <a:defRPr sz="1500" b="0">
                <a:solidFill>
                  <a:srgbClr val="1F2925"/>
                </a:solidFill>
              </a:defRPr>
            </a:defPPr>
            <a:lvl1pPr algn="l">
              <a:defRPr sz="1500" b="0">
                <a:solidFill>
                  <a:srgbClr val="1F2925"/>
                </a:solidFill>
              </a:defRPr>
            </a:lvl1pPr>
            <a:lvl2pPr algn="l">
              <a:defRPr sz="1500" b="0">
                <a:solidFill>
                  <a:srgbClr val="1F2925"/>
                </a:solidFill>
              </a:defRPr>
            </a:lvl2pPr>
            <a:lvl3pPr algn="l">
              <a:defRPr sz="1500" b="0">
                <a:solidFill>
                  <a:srgbClr val="1F2925"/>
                </a:solidFill>
              </a:defRPr>
            </a:lvl3pPr>
            <a:lvl4pPr algn="l">
              <a:defRPr sz="1500" b="0">
                <a:solidFill>
                  <a:srgbClr val="1F2925"/>
                </a:solidFill>
              </a:defRPr>
            </a:lvl4pPr>
            <a:lvl5pPr algn="l">
              <a:defRPr sz="1500" b="0">
                <a:solidFill>
                  <a:srgbClr val="1F2925"/>
                </a:solidFill>
              </a:defRPr>
            </a:lvl5pPr>
            <a:lvl6pPr algn="l">
              <a:defRPr sz="1500" b="0">
                <a:solidFill>
                  <a:srgbClr val="1F2925"/>
                </a:solidFill>
              </a:defRPr>
            </a:lvl6pPr>
            <a:lvl7pPr algn="l">
              <a:defRPr sz="1500" b="0">
                <a:solidFill>
                  <a:srgbClr val="1F2925"/>
                </a:solidFill>
              </a:defRPr>
            </a:lvl7pPr>
            <a:lvl8pPr algn="l">
              <a:defRPr sz="1500" b="0">
                <a:solidFill>
                  <a:srgbClr val="1F2925"/>
                </a:solidFill>
              </a:defRPr>
            </a:lvl8pPr>
            <a:lvl9pPr algn="l">
              <a:defRPr sz="1500" b="0">
                <a:solidFill>
                  <a:srgbClr val="1F2925"/>
                </a:solidFill>
              </a:defRPr>
            </a:lvl9pPr>
          </a:lstStyle>
          <a:p>
            <a:pPr algn="l">
              <a:defRPr sz="1500" b="0">
                <a:solidFill>
                  <a:srgbClr val="1F2925"/>
                </a:solidFill>
              </a:defRPr>
            </a:pPr>
            <a:r>
              <a:rPr sz="1500" b="0">
                <a:solidFill>
                  <a:srgbClr val="1F2925"/>
                </a:solidFill>
              </a:rPr>
              <a:t>Actions are recorded in the current browser</a:t>
            </a:r>
          </a:p>
        </p:txBody>
      </p:sp>
      <p:sp>
        <p:nvSpPr>
          <p:cNvPr id="15" name="矩形 14">
            <a:extLst>
              <a:ext uri="{FF2B5EF4-FFF2-40B4-BE49-F238E27FC236}">
                <a16:creationId xmlns:a16="http://schemas.microsoft.com/office/drawing/2014/main" id="{0D3199EF-1CF2-42AB-B5A6-0C0B5E859748}"/>
              </a:ext>
            </a:extLst>
          </p:cNvPr>
          <p:cNvSpPr>
            <a:spLocks noGrp="1"/>
          </p:cNvSpPr>
          <p:nvPr/>
        </p:nvSpPr>
        <p:spPr>
          <a:xfrm>
            <a:off x="838200" y="4695825"/>
            <a:ext cx="9906000" cy="9525"/>
          </a:xfrm>
          <a:prstGeom prst="rect">
            <a:avLst/>
          </a:prstGeom>
          <a:solidFill>
            <a:srgbClr val="C9D1CA"/>
          </a:solidFill>
          <a:ln w="0">
            <a:noFill/>
            <a:prstDash val="solid"/>
          </a:ln>
        </p:spPr>
      </p:sp>
      <p:sp>
        <p:nvSpPr>
          <p:cNvPr id="16" name="矩形 15">
            <a:extLst>
              <a:ext uri="{FF2B5EF4-FFF2-40B4-BE49-F238E27FC236}">
                <a16:creationId xmlns:a16="http://schemas.microsoft.com/office/drawing/2014/main" id="{09F999FA-01B5-415C-A861-3D4FC954F98D}"/>
              </a:ext>
            </a:extLst>
          </p:cNvPr>
          <p:cNvSpPr>
            <a:spLocks noGrp="1"/>
          </p:cNvSpPr>
          <p:nvPr/>
        </p:nvSpPr>
        <p:spPr>
          <a:xfrm>
            <a:off x="838200" y="4867275"/>
            <a:ext cx="1381125" cy="361950"/>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Data</a:t>
            </a:r>
          </a:p>
        </p:txBody>
      </p:sp>
      <p:sp>
        <p:nvSpPr>
          <p:cNvPr id="17" name="矩形 16">
            <a:extLst>
              <a:ext uri="{FF2B5EF4-FFF2-40B4-BE49-F238E27FC236}">
                <a16:creationId xmlns:a16="http://schemas.microsoft.com/office/drawing/2014/main" id="{65474DB6-3241-4ABD-A664-5F3E65AEBB01}"/>
              </a:ext>
            </a:extLst>
          </p:cNvPr>
          <p:cNvSpPr>
            <a:spLocks noGrp="1"/>
          </p:cNvSpPr>
          <p:nvPr/>
        </p:nvSpPr>
        <p:spPr>
          <a:xfrm>
            <a:off x="2476500" y="4867275"/>
            <a:ext cx="8286750" cy="428625"/>
          </a:xfrm>
          <a:prstGeom prst="rect">
            <a:avLst/>
          </a:prstGeom>
          <a:noFill/>
          <a:ln w="0">
            <a:noFill/>
            <a:prstDash val="solid"/>
          </a:ln>
        </p:spPr>
        <p:txBody>
          <a:bodyPr anchor="ctr"/>
          <a:lstStyle>
            <a:defPPr algn="l">
              <a:defRPr sz="1500" b="0">
                <a:solidFill>
                  <a:srgbClr val="1F2925"/>
                </a:solidFill>
              </a:defRPr>
            </a:defPPr>
            <a:lvl1pPr algn="l">
              <a:defRPr sz="1500" b="0">
                <a:solidFill>
                  <a:srgbClr val="1F2925"/>
                </a:solidFill>
              </a:defRPr>
            </a:lvl1pPr>
            <a:lvl2pPr algn="l">
              <a:defRPr sz="1500" b="0">
                <a:solidFill>
                  <a:srgbClr val="1F2925"/>
                </a:solidFill>
              </a:defRPr>
            </a:lvl2pPr>
            <a:lvl3pPr algn="l">
              <a:defRPr sz="1500" b="0">
                <a:solidFill>
                  <a:srgbClr val="1F2925"/>
                </a:solidFill>
              </a:defRPr>
            </a:lvl3pPr>
            <a:lvl4pPr algn="l">
              <a:defRPr sz="1500" b="0">
                <a:solidFill>
                  <a:srgbClr val="1F2925"/>
                </a:solidFill>
              </a:defRPr>
            </a:lvl4pPr>
            <a:lvl5pPr algn="l">
              <a:defRPr sz="1500" b="0">
                <a:solidFill>
                  <a:srgbClr val="1F2925"/>
                </a:solidFill>
              </a:defRPr>
            </a:lvl5pPr>
            <a:lvl6pPr algn="l">
              <a:defRPr sz="1500" b="0">
                <a:solidFill>
                  <a:srgbClr val="1F2925"/>
                </a:solidFill>
              </a:defRPr>
            </a:lvl6pPr>
            <a:lvl7pPr algn="l">
              <a:defRPr sz="1500" b="0">
                <a:solidFill>
                  <a:srgbClr val="1F2925"/>
                </a:solidFill>
              </a:defRPr>
            </a:lvl7pPr>
            <a:lvl8pPr algn="l">
              <a:defRPr sz="1500" b="0">
                <a:solidFill>
                  <a:srgbClr val="1F2925"/>
                </a:solidFill>
              </a:defRPr>
            </a:lvl8pPr>
            <a:lvl9pPr algn="l">
              <a:defRPr sz="1500" b="0">
                <a:solidFill>
                  <a:srgbClr val="1F2925"/>
                </a:solidFill>
              </a:defRPr>
            </a:lvl9pPr>
          </a:lstStyle>
          <a:p>
            <a:pPr algn="l">
              <a:defRPr sz="1500" b="0">
                <a:solidFill>
                  <a:srgbClr val="1F2925"/>
                </a:solidFill>
              </a:defRPr>
            </a:pPr>
            <a:r>
              <a:rPr sz="1500" b="0">
                <a:solidFill>
                  <a:srgbClr val="1F2925"/>
                </a:solidFill>
              </a:rPr>
              <a:t>Synthetic sales and stock only; no real customer records. Real-café accuracy is unvalidated.</a:t>
            </a:r>
          </a:p>
        </p:txBody>
      </p:sp>
      <p:sp>
        <p:nvSpPr>
          <p:cNvPr id="18" name="矩形 17">
            <a:extLst>
              <a:ext uri="{FF2B5EF4-FFF2-40B4-BE49-F238E27FC236}">
                <a16:creationId xmlns:a16="http://schemas.microsoft.com/office/drawing/2014/main" id="{B271CD00-DD49-4DF8-A521-EBCCBC97D05E}"/>
              </a:ext>
            </a:extLst>
          </p:cNvPr>
          <p:cNvSpPr>
            <a:spLocks noGrp="1"/>
          </p:cNvSpPr>
          <p:nvPr/>
        </p:nvSpPr>
        <p:spPr>
          <a:xfrm>
            <a:off x="838200" y="5715000"/>
            <a:ext cx="9525000" cy="342900"/>
          </a:xfrm>
          <a:prstGeom prst="rect">
            <a:avLst/>
          </a:prstGeom>
          <a:noFill/>
          <a:ln w="0">
            <a:noFill/>
            <a:prstDash val="solid"/>
          </a:ln>
        </p:spPr>
        <p:txBody>
          <a:bodyPr anchor="ctr"/>
          <a:lstStyle>
            <a:defPPr algn="l">
              <a:defRPr sz="1500" b="1">
                <a:solidFill>
                  <a:srgbClr val="48685C"/>
                </a:solidFill>
              </a:defRPr>
            </a:defPPr>
            <a:lvl1pPr algn="l">
              <a:defRPr sz="1500" b="1">
                <a:solidFill>
                  <a:srgbClr val="48685C"/>
                </a:solidFill>
              </a:defRPr>
            </a:lvl1pPr>
            <a:lvl2pPr algn="l">
              <a:defRPr sz="1500" b="1">
                <a:solidFill>
                  <a:srgbClr val="48685C"/>
                </a:solidFill>
              </a:defRPr>
            </a:lvl2pPr>
            <a:lvl3pPr algn="l">
              <a:defRPr sz="1500" b="1">
                <a:solidFill>
                  <a:srgbClr val="48685C"/>
                </a:solidFill>
              </a:defRPr>
            </a:lvl3pPr>
            <a:lvl4pPr algn="l">
              <a:defRPr sz="1500" b="1">
                <a:solidFill>
                  <a:srgbClr val="48685C"/>
                </a:solidFill>
              </a:defRPr>
            </a:lvl4pPr>
            <a:lvl5pPr algn="l">
              <a:defRPr sz="1500" b="1">
                <a:solidFill>
                  <a:srgbClr val="48685C"/>
                </a:solidFill>
              </a:defRPr>
            </a:lvl5pPr>
            <a:lvl6pPr algn="l">
              <a:defRPr sz="1500" b="1">
                <a:solidFill>
                  <a:srgbClr val="48685C"/>
                </a:solidFill>
              </a:defRPr>
            </a:lvl6pPr>
            <a:lvl7pPr algn="l">
              <a:defRPr sz="1500" b="1">
                <a:solidFill>
                  <a:srgbClr val="48685C"/>
                </a:solidFill>
              </a:defRPr>
            </a:lvl7pPr>
            <a:lvl8pPr algn="l">
              <a:defRPr sz="1500" b="1">
                <a:solidFill>
                  <a:srgbClr val="48685C"/>
                </a:solidFill>
              </a:defRPr>
            </a:lvl8pPr>
            <a:lvl9pPr algn="l">
              <a:defRPr sz="1500" b="1">
                <a:solidFill>
                  <a:srgbClr val="48685C"/>
                </a:solidFill>
              </a:defRPr>
            </a:lvl9pPr>
          </a:lstStyle>
          <a:p>
            <a:pPr algn="l">
              <a:defRPr sz="1500" b="1">
                <a:solidFill>
                  <a:srgbClr val="48685C"/>
                </a:solidFill>
              </a:defRPr>
            </a:pPr>
            <a:r>
              <a:rPr sz="1500" b="1">
                <a:solidFill>
                  <a:srgbClr val="48685C"/>
                </a:solidFill>
              </a:rPr>
              <a:t>Reviewable  ·  Adjustable  ·  Traceable  ·  Privacy by design (PDPA)</a:t>
            </a:r>
          </a:p>
        </p:txBody>
      </p:sp>
    </p:spTree>
    <p:extLst>
      <p:ext uri="{BB962C8B-B14F-4D97-AF65-F5344CB8AC3E}">
        <p14:creationId xmlns:p14="http://schemas.microsoft.com/office/powerpoint/2010/main" val="2096998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8" name="section-1">
            <a:extLst>
              <a:ext uri="{FF2B5EF4-FFF2-40B4-BE49-F238E27FC236}">
                <a16:creationId xmlns:a16="http://schemas.microsoft.com/office/drawing/2014/main" id="{CF95B78B-982C-4CBB-B3EE-3197AE646F04}"/>
              </a:ext>
            </a:extLst>
          </p:cNvPr>
          <p:cNvSpPr>
            <a:spLocks noGrp="1"/>
          </p:cNvSpPr>
          <p:nvPr/>
        </p:nvSpPr>
        <p:spPr>
          <a:xfrm>
            <a:off x="685800" y="514350"/>
            <a:ext cx="3333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350" b="1">
                <a:solidFill>
                  <a:srgbClr val="63716B"/>
                </a:solidFill>
                <a:latin typeface="Arial"/>
                <a:ea typeface="Arial"/>
                <a:cs typeface="Arial"/>
              </a:defRPr>
            </a:pPr>
            <a:r>
              <a:rPr kumimoji="0" sz="1350" b="1" i="0" u="none" strike="noStrike" kern="1200" cap="none" spc="0" normalizeH="0" baseline="0" noProof="0">
                <a:ln>
                  <a:noFill/>
                </a:ln>
                <a:solidFill>
                  <a:srgbClr val="63716B"/>
                </a:solidFill>
                <a:effectLst/>
                <a:uLnTx/>
                <a:uFillTx/>
                <a:latin typeface="Arial"/>
                <a:ea typeface="Arial"/>
                <a:cs typeface="Arial"/>
              </a:rPr>
              <a:t>SDG ALIGNMENT</a:t>
            </a:r>
          </a:p>
        </p:txBody>
      </p:sp>
      <p:sp>
        <p:nvSpPr>
          <p:cNvPr id="2" name="sdg-number-08">
            <a:extLst>
              <a:ext uri="{FF2B5EF4-FFF2-40B4-BE49-F238E27FC236}">
                <a16:creationId xmlns:a16="http://schemas.microsoft.com/office/drawing/2014/main" id="{B3DA8184-CED8-4C93-960A-48B92DB786BB}"/>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8D233D"/>
                </a:solidFill>
                <a:latin typeface="Arial"/>
                <a:ea typeface="Arial"/>
                <a:cs typeface="Arial"/>
              </a:defRPr>
            </a:defPPr>
            <a:lvl1pPr algn="l">
              <a:defRPr sz="12450" b="1">
                <a:solidFill>
                  <a:srgbClr val="8D233D"/>
                </a:solidFill>
                <a:latin typeface="Arial"/>
                <a:ea typeface="Arial"/>
                <a:cs typeface="Arial"/>
              </a:defRPr>
            </a:lvl1pPr>
            <a:lvl2pPr algn="l">
              <a:defRPr sz="12450" b="1">
                <a:solidFill>
                  <a:srgbClr val="8D233D"/>
                </a:solidFill>
                <a:latin typeface="Arial"/>
                <a:ea typeface="Arial"/>
                <a:cs typeface="Arial"/>
              </a:defRPr>
            </a:lvl2pPr>
            <a:lvl3pPr algn="l">
              <a:defRPr sz="12450" b="1">
                <a:solidFill>
                  <a:srgbClr val="8D233D"/>
                </a:solidFill>
                <a:latin typeface="Arial"/>
                <a:ea typeface="Arial"/>
                <a:cs typeface="Arial"/>
              </a:defRPr>
            </a:lvl3pPr>
            <a:lvl4pPr algn="l">
              <a:defRPr sz="12450" b="1">
                <a:solidFill>
                  <a:srgbClr val="8D233D"/>
                </a:solidFill>
                <a:latin typeface="Arial"/>
                <a:ea typeface="Arial"/>
                <a:cs typeface="Arial"/>
              </a:defRPr>
            </a:lvl4pPr>
            <a:lvl5pPr algn="l">
              <a:defRPr sz="12450" b="1">
                <a:solidFill>
                  <a:srgbClr val="8D233D"/>
                </a:solidFill>
                <a:latin typeface="Arial"/>
                <a:ea typeface="Arial"/>
                <a:cs typeface="Arial"/>
              </a:defRPr>
            </a:lvl5pPr>
            <a:lvl6pPr algn="l">
              <a:defRPr sz="12450" b="1">
                <a:solidFill>
                  <a:srgbClr val="8D233D"/>
                </a:solidFill>
                <a:latin typeface="Arial"/>
                <a:ea typeface="Arial"/>
                <a:cs typeface="Arial"/>
              </a:defRPr>
            </a:lvl6pPr>
            <a:lvl7pPr algn="l">
              <a:defRPr sz="12450" b="1">
                <a:solidFill>
                  <a:srgbClr val="8D233D"/>
                </a:solidFill>
                <a:latin typeface="Arial"/>
                <a:ea typeface="Arial"/>
                <a:cs typeface="Arial"/>
              </a:defRPr>
            </a:lvl7pPr>
            <a:lvl8pPr algn="l">
              <a:defRPr sz="12450" b="1">
                <a:solidFill>
                  <a:srgbClr val="8D233D"/>
                </a:solidFill>
                <a:latin typeface="Arial"/>
                <a:ea typeface="Arial"/>
                <a:cs typeface="Arial"/>
              </a:defRPr>
            </a:lvl8pPr>
            <a:lvl9pPr algn="l">
              <a:defRPr sz="12450" b="1">
                <a:solidFill>
                  <a:srgbClr val="8D233D"/>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2450" b="1">
                <a:solidFill>
                  <a:srgbClr val="8D233D"/>
                </a:solidFill>
                <a:latin typeface="Arial"/>
                <a:ea typeface="Arial"/>
                <a:cs typeface="Arial"/>
              </a:defRPr>
            </a:pPr>
            <a:r>
              <a:rPr kumimoji="0" sz="12450" b="1" i="0" u="none" strike="noStrike" kern="1200" cap="none" spc="0" normalizeH="0" baseline="0" noProof="0">
                <a:ln>
                  <a:noFill/>
                </a:ln>
                <a:solidFill>
                  <a:srgbClr val="8D233D"/>
                </a:solidFill>
                <a:effectLst/>
                <a:uLnTx/>
                <a:uFillTx/>
                <a:latin typeface="Arial"/>
                <a:ea typeface="Arial"/>
                <a:cs typeface="Arial"/>
              </a:rPr>
              <a:t>08</a:t>
            </a:r>
          </a:p>
        </p:txBody>
      </p:sp>
      <p:sp>
        <p:nvSpPr>
          <p:cNvPr id="3" name="sdg-title-08">
            <a:extLst>
              <a:ext uri="{FF2B5EF4-FFF2-40B4-BE49-F238E27FC236}">
                <a16:creationId xmlns:a16="http://schemas.microsoft.com/office/drawing/2014/main" id="{8B10DA8F-5DBC-41CE-8397-54AB7054977D}"/>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2850" b="1">
                <a:solidFill>
                  <a:srgbClr val="18352D"/>
                </a:solidFill>
                <a:latin typeface="Arial"/>
                <a:ea typeface="Arial"/>
                <a:cs typeface="Arial"/>
              </a:defRPr>
            </a:pPr>
            <a:r>
              <a:rPr kumimoji="0" sz="2850" b="1" i="0" u="none" strike="noStrike" kern="1200" cap="none" spc="0" normalizeH="0" baseline="0" noProof="0">
                <a:ln>
                  <a:noFill/>
                </a:ln>
                <a:solidFill>
                  <a:srgbClr val="18352D"/>
                </a:solidFill>
                <a:effectLst/>
                <a:uLnTx/>
                <a:uFillTx/>
                <a:latin typeface="Arial"/>
                <a:ea typeface="Arial"/>
                <a:cs typeface="Arial"/>
              </a:rPr>
              <a:t>DECENT WORK &amp;</a:t>
            </a:r>
          </a:p>
          <a:p>
            <a:pPr marL="0" marR="0" lvl="0" indent="0" algn="l" defTabSz="914400" rtl="0" eaLnBrk="1" fontAlgn="auto" latinLnBrk="0" hangingPunct="1">
              <a:lnSpc>
                <a:spcPct val="100000"/>
              </a:lnSpc>
              <a:spcBef>
                <a:spcPts val="0"/>
              </a:spcBef>
              <a:spcAft>
                <a:spcPts val="0"/>
              </a:spcAft>
              <a:buClrTx/>
              <a:buSzTx/>
              <a:buFontTx/>
              <a:buNone/>
              <a:tabLst/>
              <a:defRPr sz="2850" b="1">
                <a:solidFill>
                  <a:srgbClr val="18352D"/>
                </a:solidFill>
                <a:latin typeface="Arial"/>
                <a:ea typeface="Arial"/>
                <a:cs typeface="Arial"/>
              </a:defRPr>
            </a:pPr>
            <a:r>
              <a:rPr kumimoji="0" sz="2850" b="1" i="0" u="none" strike="noStrike" kern="1200" cap="none" spc="0" normalizeH="0" baseline="0" noProof="0">
                <a:ln>
                  <a:noFill/>
                </a:ln>
                <a:solidFill>
                  <a:srgbClr val="18352D"/>
                </a:solidFill>
                <a:effectLst/>
                <a:uLnTx/>
                <a:uFillTx/>
                <a:latin typeface="Arial"/>
                <a:ea typeface="Arial"/>
                <a:cs typeface="Arial"/>
              </a:rPr>
              <a:t>ECONOMIC GROWTH</a:t>
            </a:r>
          </a:p>
        </p:txBody>
      </p:sp>
      <p:sp>
        <p:nvSpPr>
          <p:cNvPr id="4" name="alignment-level-08">
            <a:extLst>
              <a:ext uri="{FF2B5EF4-FFF2-40B4-BE49-F238E27FC236}">
                <a16:creationId xmlns:a16="http://schemas.microsoft.com/office/drawing/2014/main" id="{095838C1-23AD-49D9-B03B-2BEE9D363942}"/>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8D233D"/>
                </a:solidFill>
                <a:latin typeface="Arial"/>
                <a:ea typeface="Arial"/>
                <a:cs typeface="Arial"/>
              </a:defRPr>
            </a:defPPr>
            <a:lvl1pPr algn="l">
              <a:defRPr sz="1500" b="1">
                <a:solidFill>
                  <a:srgbClr val="8D233D"/>
                </a:solidFill>
                <a:latin typeface="Arial"/>
                <a:ea typeface="Arial"/>
                <a:cs typeface="Arial"/>
              </a:defRPr>
            </a:lvl1pPr>
            <a:lvl2pPr algn="l">
              <a:defRPr sz="1500" b="1">
                <a:solidFill>
                  <a:srgbClr val="8D233D"/>
                </a:solidFill>
                <a:latin typeface="Arial"/>
                <a:ea typeface="Arial"/>
                <a:cs typeface="Arial"/>
              </a:defRPr>
            </a:lvl2pPr>
            <a:lvl3pPr algn="l">
              <a:defRPr sz="1500" b="1">
                <a:solidFill>
                  <a:srgbClr val="8D233D"/>
                </a:solidFill>
                <a:latin typeface="Arial"/>
                <a:ea typeface="Arial"/>
                <a:cs typeface="Arial"/>
              </a:defRPr>
            </a:lvl3pPr>
            <a:lvl4pPr algn="l">
              <a:defRPr sz="1500" b="1">
                <a:solidFill>
                  <a:srgbClr val="8D233D"/>
                </a:solidFill>
                <a:latin typeface="Arial"/>
                <a:ea typeface="Arial"/>
                <a:cs typeface="Arial"/>
              </a:defRPr>
            </a:lvl4pPr>
            <a:lvl5pPr algn="l">
              <a:defRPr sz="1500" b="1">
                <a:solidFill>
                  <a:srgbClr val="8D233D"/>
                </a:solidFill>
                <a:latin typeface="Arial"/>
                <a:ea typeface="Arial"/>
                <a:cs typeface="Arial"/>
              </a:defRPr>
            </a:lvl5pPr>
            <a:lvl6pPr algn="l">
              <a:defRPr sz="1500" b="1">
                <a:solidFill>
                  <a:srgbClr val="8D233D"/>
                </a:solidFill>
                <a:latin typeface="Arial"/>
                <a:ea typeface="Arial"/>
                <a:cs typeface="Arial"/>
              </a:defRPr>
            </a:lvl6pPr>
            <a:lvl7pPr algn="l">
              <a:defRPr sz="1500" b="1">
                <a:solidFill>
                  <a:srgbClr val="8D233D"/>
                </a:solidFill>
                <a:latin typeface="Arial"/>
                <a:ea typeface="Arial"/>
                <a:cs typeface="Arial"/>
              </a:defRPr>
            </a:lvl7pPr>
            <a:lvl8pPr algn="l">
              <a:defRPr sz="1500" b="1">
                <a:solidFill>
                  <a:srgbClr val="8D233D"/>
                </a:solidFill>
                <a:latin typeface="Arial"/>
                <a:ea typeface="Arial"/>
                <a:cs typeface="Arial"/>
              </a:defRPr>
            </a:lvl8pPr>
            <a:lvl9pPr algn="l">
              <a:defRPr sz="1500" b="1">
                <a:solidFill>
                  <a:srgbClr val="8D233D"/>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8D233D"/>
                </a:solidFill>
                <a:latin typeface="Arial"/>
                <a:ea typeface="Arial"/>
                <a:cs typeface="Arial"/>
              </a:defRPr>
            </a:pPr>
            <a:r>
              <a:rPr kumimoji="0" sz="1500" b="1" i="0" u="none" strike="noStrike" kern="1200" cap="none" spc="0" normalizeH="0" baseline="0" noProof="0">
                <a:ln>
                  <a:noFill/>
                </a:ln>
                <a:solidFill>
                  <a:srgbClr val="8D233D"/>
                </a:solidFill>
                <a:effectLst/>
                <a:uLnTx/>
                <a:uFillTx/>
                <a:latin typeface="Arial"/>
                <a:ea typeface="Arial"/>
                <a:cs typeface="Arial"/>
              </a:rPr>
              <a:t>PRIMARY ALIGNMENT</a:t>
            </a:r>
          </a:p>
        </p:txBody>
      </p:sp>
      <p:sp>
        <p:nvSpPr>
          <p:cNvPr id="5" name="headline-08">
            <a:extLst>
              <a:ext uri="{FF2B5EF4-FFF2-40B4-BE49-F238E27FC236}">
                <a16:creationId xmlns:a16="http://schemas.microsoft.com/office/drawing/2014/main" id="{A1873120-B705-4AEC-8916-FE418343A4CA}"/>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8352D"/>
                </a:solidFill>
                <a:latin typeface="Arial"/>
                <a:ea typeface="Arial"/>
                <a:cs typeface="Arial"/>
              </a:defRPr>
            </a:pPr>
            <a:r>
              <a:rPr kumimoji="0" sz="3150" b="1" i="0" u="none" strike="noStrike" kern="1200" cap="none" spc="0" normalizeH="0" baseline="0" noProof="0">
                <a:ln>
                  <a:noFill/>
                </a:ln>
                <a:solidFill>
                  <a:srgbClr val="18352D"/>
                </a:solidFill>
                <a:effectLst/>
                <a:uLnTx/>
                <a:uFillTx/>
                <a:latin typeface="Arial"/>
                <a:ea typeface="Arial"/>
                <a:cs typeface="Arial"/>
              </a:rPr>
              <a:t>Less manual stocktaking.</a:t>
            </a:r>
          </a:p>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8352D"/>
                </a:solidFill>
                <a:latin typeface="Arial"/>
                <a:ea typeface="Arial"/>
                <a:cs typeface="Arial"/>
              </a:defRPr>
            </a:pPr>
            <a:r>
              <a:rPr kumimoji="0" sz="3150" b="1" i="0" u="none" strike="noStrike" kern="1200" cap="none" spc="0" normalizeH="0" baseline="0" noProof="0">
                <a:ln>
                  <a:noFill/>
                </a:ln>
                <a:solidFill>
                  <a:srgbClr val="18352D"/>
                </a:solidFill>
                <a:effectLst/>
                <a:uLnTx/>
                <a:uFillTx/>
                <a:latin typeface="Arial"/>
                <a:ea typeface="Arial"/>
                <a:cs typeface="Arial"/>
              </a:rPr>
              <a:t>More room to grow.</a:t>
            </a:r>
          </a:p>
        </p:txBody>
      </p:sp>
      <p:sp>
        <p:nvSpPr>
          <p:cNvPr id="6" name="explanation-08">
            <a:extLst>
              <a:ext uri="{FF2B5EF4-FFF2-40B4-BE49-F238E27FC236}">
                <a16:creationId xmlns:a16="http://schemas.microsoft.com/office/drawing/2014/main" id="{5EA40FC4-BC49-46D0-9FEA-3C4B6F429C51}"/>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46534E"/>
                </a:solidFill>
                <a:latin typeface="Arial"/>
                <a:ea typeface="Arial"/>
                <a:cs typeface="Arial"/>
              </a:defRPr>
            </a:pPr>
            <a:r>
              <a:rPr kumimoji="0" sz="1950" b="0" i="0" u="none" strike="noStrike" kern="1200" cap="none" spc="0" normalizeH="0" baseline="0" noProof="0">
                <a:ln>
                  <a:noFill/>
                </a:ln>
                <a:solidFill>
                  <a:srgbClr val="46534E"/>
                </a:solidFill>
                <a:effectLst/>
                <a:uLnTx/>
                <a:uFillTx/>
                <a:latin typeface="Arial"/>
                <a:ea typeface="Arial"/>
                <a:cs typeface="Arial"/>
              </a:rPr>
              <a:t>By replacing laborious manual stocktaking with an automated system, the solution reduces the workload of micro-entrepreneurs while helping cafés improve productivity, operational efficiency and communication.</a:t>
            </a:r>
          </a:p>
        </p:txBody>
      </p:sp>
      <p:sp>
        <p:nvSpPr>
          <p:cNvPr id="7" name="page-1">
            <a:extLst>
              <a:ext uri="{FF2B5EF4-FFF2-40B4-BE49-F238E27FC236}">
                <a16:creationId xmlns:a16="http://schemas.microsoft.com/office/drawing/2014/main" id="{B861B7F9-3F37-481E-B3CC-049A0F72DB0A}"/>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7A8580"/>
                </a:solidFill>
                <a:latin typeface="Arial"/>
                <a:ea typeface="Arial"/>
                <a:cs typeface="Arial"/>
              </a:defRPr>
            </a:pPr>
            <a:r>
              <a:rPr kumimoji="0" sz="1200" b="1" i="0" u="none" strike="noStrike" kern="1200" cap="none" spc="0" normalizeH="0" baseline="0" noProof="0">
                <a:ln>
                  <a:noFill/>
                </a:ln>
                <a:solidFill>
                  <a:srgbClr val="7A8580"/>
                </a:solidFill>
                <a:effectLst/>
                <a:uLnTx/>
                <a:uFillTx/>
                <a:latin typeface="Arial"/>
                <a:ea typeface="Arial"/>
                <a:cs typeface="Arial"/>
              </a:rPr>
              <a:t>01 / 03</a:t>
            </a:r>
          </a:p>
        </p:txBody>
      </p:sp>
    </p:spTree>
    <p:extLst>
      <p:ext uri="{BB962C8B-B14F-4D97-AF65-F5344CB8AC3E}">
        <p14:creationId xmlns:p14="http://schemas.microsoft.com/office/powerpoint/2010/main" val="1683168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8" name="section-2">
            <a:extLst>
              <a:ext uri="{FF2B5EF4-FFF2-40B4-BE49-F238E27FC236}">
                <a16:creationId xmlns:a16="http://schemas.microsoft.com/office/drawing/2014/main" id="{7C1C6B5C-0E93-4BE0-8DE8-24FA84A17DF3}"/>
              </a:ext>
            </a:extLst>
          </p:cNvPr>
          <p:cNvSpPr>
            <a:spLocks noGrp="1"/>
          </p:cNvSpPr>
          <p:nvPr/>
        </p:nvSpPr>
        <p:spPr>
          <a:xfrm>
            <a:off x="685800" y="514350"/>
            <a:ext cx="3333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350" b="1">
                <a:solidFill>
                  <a:srgbClr val="63716B"/>
                </a:solidFill>
                <a:latin typeface="Arial"/>
                <a:ea typeface="Arial"/>
                <a:cs typeface="Arial"/>
              </a:defRPr>
            </a:pPr>
            <a:r>
              <a:rPr kumimoji="0" sz="1350" b="1" i="0" u="none" strike="noStrike" kern="1200" cap="none" spc="0" normalizeH="0" baseline="0" noProof="0">
                <a:ln>
                  <a:noFill/>
                </a:ln>
                <a:solidFill>
                  <a:srgbClr val="63716B"/>
                </a:solidFill>
                <a:effectLst/>
                <a:uLnTx/>
                <a:uFillTx/>
                <a:latin typeface="Arial"/>
                <a:ea typeface="Arial"/>
                <a:cs typeface="Arial"/>
              </a:rPr>
              <a:t>SDG ALIGNMENT</a:t>
            </a:r>
          </a:p>
        </p:txBody>
      </p:sp>
      <p:sp>
        <p:nvSpPr>
          <p:cNvPr id="2" name="sdg-number-12">
            <a:extLst>
              <a:ext uri="{FF2B5EF4-FFF2-40B4-BE49-F238E27FC236}">
                <a16:creationId xmlns:a16="http://schemas.microsoft.com/office/drawing/2014/main" id="{036F6DEE-CB18-4402-BE58-5E1CBCCE9F09}"/>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A17808"/>
                </a:solidFill>
                <a:latin typeface="Arial"/>
                <a:ea typeface="Arial"/>
                <a:cs typeface="Arial"/>
              </a:defRPr>
            </a:defPPr>
            <a:lvl1pPr algn="l">
              <a:defRPr sz="12450" b="1">
                <a:solidFill>
                  <a:srgbClr val="A17808"/>
                </a:solidFill>
                <a:latin typeface="Arial"/>
                <a:ea typeface="Arial"/>
                <a:cs typeface="Arial"/>
              </a:defRPr>
            </a:lvl1pPr>
            <a:lvl2pPr algn="l">
              <a:defRPr sz="12450" b="1">
                <a:solidFill>
                  <a:srgbClr val="A17808"/>
                </a:solidFill>
                <a:latin typeface="Arial"/>
                <a:ea typeface="Arial"/>
                <a:cs typeface="Arial"/>
              </a:defRPr>
            </a:lvl2pPr>
            <a:lvl3pPr algn="l">
              <a:defRPr sz="12450" b="1">
                <a:solidFill>
                  <a:srgbClr val="A17808"/>
                </a:solidFill>
                <a:latin typeface="Arial"/>
                <a:ea typeface="Arial"/>
                <a:cs typeface="Arial"/>
              </a:defRPr>
            </a:lvl3pPr>
            <a:lvl4pPr algn="l">
              <a:defRPr sz="12450" b="1">
                <a:solidFill>
                  <a:srgbClr val="A17808"/>
                </a:solidFill>
                <a:latin typeface="Arial"/>
                <a:ea typeface="Arial"/>
                <a:cs typeface="Arial"/>
              </a:defRPr>
            </a:lvl4pPr>
            <a:lvl5pPr algn="l">
              <a:defRPr sz="12450" b="1">
                <a:solidFill>
                  <a:srgbClr val="A17808"/>
                </a:solidFill>
                <a:latin typeface="Arial"/>
                <a:ea typeface="Arial"/>
                <a:cs typeface="Arial"/>
              </a:defRPr>
            </a:lvl5pPr>
            <a:lvl6pPr algn="l">
              <a:defRPr sz="12450" b="1">
                <a:solidFill>
                  <a:srgbClr val="A17808"/>
                </a:solidFill>
                <a:latin typeface="Arial"/>
                <a:ea typeface="Arial"/>
                <a:cs typeface="Arial"/>
              </a:defRPr>
            </a:lvl6pPr>
            <a:lvl7pPr algn="l">
              <a:defRPr sz="12450" b="1">
                <a:solidFill>
                  <a:srgbClr val="A17808"/>
                </a:solidFill>
                <a:latin typeface="Arial"/>
                <a:ea typeface="Arial"/>
                <a:cs typeface="Arial"/>
              </a:defRPr>
            </a:lvl7pPr>
            <a:lvl8pPr algn="l">
              <a:defRPr sz="12450" b="1">
                <a:solidFill>
                  <a:srgbClr val="A17808"/>
                </a:solidFill>
                <a:latin typeface="Arial"/>
                <a:ea typeface="Arial"/>
                <a:cs typeface="Arial"/>
              </a:defRPr>
            </a:lvl8pPr>
            <a:lvl9pPr algn="l">
              <a:defRPr sz="12450" b="1">
                <a:solidFill>
                  <a:srgbClr val="A17808"/>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2450" b="1">
                <a:solidFill>
                  <a:srgbClr val="A17808"/>
                </a:solidFill>
                <a:latin typeface="Arial"/>
                <a:ea typeface="Arial"/>
                <a:cs typeface="Arial"/>
              </a:defRPr>
            </a:pPr>
            <a:r>
              <a:rPr kumimoji="0" sz="12450" b="1" i="0" u="none" strike="noStrike" kern="1200" cap="none" spc="0" normalizeH="0" baseline="0" noProof="0">
                <a:ln>
                  <a:noFill/>
                </a:ln>
                <a:solidFill>
                  <a:srgbClr val="A17808"/>
                </a:solidFill>
                <a:effectLst/>
                <a:uLnTx/>
                <a:uFillTx/>
                <a:latin typeface="Arial"/>
                <a:ea typeface="Arial"/>
                <a:cs typeface="Arial"/>
              </a:rPr>
              <a:t>12</a:t>
            </a:r>
          </a:p>
        </p:txBody>
      </p:sp>
      <p:sp>
        <p:nvSpPr>
          <p:cNvPr id="3" name="sdg-title-12">
            <a:extLst>
              <a:ext uri="{FF2B5EF4-FFF2-40B4-BE49-F238E27FC236}">
                <a16:creationId xmlns:a16="http://schemas.microsoft.com/office/drawing/2014/main" id="{45EA219D-5C5D-414D-A9FE-134E18758AD1}"/>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2850" b="1">
                <a:solidFill>
                  <a:srgbClr val="18352D"/>
                </a:solidFill>
                <a:latin typeface="Arial"/>
                <a:ea typeface="Arial"/>
                <a:cs typeface="Arial"/>
              </a:defRPr>
            </a:pPr>
            <a:r>
              <a:rPr kumimoji="0" sz="2850" b="1" i="0" u="none" strike="noStrike" kern="1200" cap="none" spc="0" normalizeH="0" baseline="0" noProof="0">
                <a:ln>
                  <a:noFill/>
                </a:ln>
                <a:solidFill>
                  <a:srgbClr val="18352D"/>
                </a:solidFill>
                <a:effectLst/>
                <a:uLnTx/>
                <a:uFillTx/>
                <a:latin typeface="Arial"/>
                <a:ea typeface="Arial"/>
                <a:cs typeface="Arial"/>
              </a:rPr>
              <a:t>RESPONSIBLE</a:t>
            </a:r>
          </a:p>
          <a:p>
            <a:pPr marL="0" marR="0" lvl="0" indent="0" algn="l" defTabSz="914400" rtl="0" eaLnBrk="1" fontAlgn="auto" latinLnBrk="0" hangingPunct="1">
              <a:lnSpc>
                <a:spcPct val="100000"/>
              </a:lnSpc>
              <a:spcBef>
                <a:spcPts val="0"/>
              </a:spcBef>
              <a:spcAft>
                <a:spcPts val="0"/>
              </a:spcAft>
              <a:buClrTx/>
              <a:buSzTx/>
              <a:buFontTx/>
              <a:buNone/>
              <a:tabLst/>
              <a:defRPr sz="2850" b="1">
                <a:solidFill>
                  <a:srgbClr val="18352D"/>
                </a:solidFill>
                <a:latin typeface="Arial"/>
                <a:ea typeface="Arial"/>
                <a:cs typeface="Arial"/>
              </a:defRPr>
            </a:pPr>
            <a:r>
              <a:rPr kumimoji="0" sz="2850" b="1" i="0" u="none" strike="noStrike" kern="1200" cap="none" spc="0" normalizeH="0" baseline="0" noProof="0">
                <a:ln>
                  <a:noFill/>
                </a:ln>
                <a:solidFill>
                  <a:srgbClr val="18352D"/>
                </a:solidFill>
                <a:effectLst/>
                <a:uLnTx/>
                <a:uFillTx/>
                <a:latin typeface="Arial"/>
                <a:ea typeface="Arial"/>
                <a:cs typeface="Arial"/>
              </a:rPr>
              <a:t>CONSUMPTION &amp;</a:t>
            </a:r>
          </a:p>
          <a:p>
            <a:pPr marL="0" marR="0" lvl="0" indent="0" algn="l" defTabSz="914400" rtl="0" eaLnBrk="1" fontAlgn="auto" latinLnBrk="0" hangingPunct="1">
              <a:lnSpc>
                <a:spcPct val="100000"/>
              </a:lnSpc>
              <a:spcBef>
                <a:spcPts val="0"/>
              </a:spcBef>
              <a:spcAft>
                <a:spcPts val="0"/>
              </a:spcAft>
              <a:buClrTx/>
              <a:buSzTx/>
              <a:buFontTx/>
              <a:buNone/>
              <a:tabLst/>
              <a:defRPr sz="2850" b="1">
                <a:solidFill>
                  <a:srgbClr val="18352D"/>
                </a:solidFill>
                <a:latin typeface="Arial"/>
                <a:ea typeface="Arial"/>
                <a:cs typeface="Arial"/>
              </a:defRPr>
            </a:pPr>
            <a:r>
              <a:rPr kumimoji="0" sz="2850" b="1" i="0" u="none" strike="noStrike" kern="1200" cap="none" spc="0" normalizeH="0" baseline="0" noProof="0">
                <a:ln>
                  <a:noFill/>
                </a:ln>
                <a:solidFill>
                  <a:srgbClr val="18352D"/>
                </a:solidFill>
                <a:effectLst/>
                <a:uLnTx/>
                <a:uFillTx/>
                <a:latin typeface="Arial"/>
                <a:ea typeface="Arial"/>
                <a:cs typeface="Arial"/>
              </a:rPr>
              <a:t>PRODUCTION</a:t>
            </a:r>
          </a:p>
        </p:txBody>
      </p:sp>
      <p:sp>
        <p:nvSpPr>
          <p:cNvPr id="4" name="alignment-level-12">
            <a:extLst>
              <a:ext uri="{FF2B5EF4-FFF2-40B4-BE49-F238E27FC236}">
                <a16:creationId xmlns:a16="http://schemas.microsoft.com/office/drawing/2014/main" id="{FA30AA04-AB93-4683-9574-DA67D46DD722}"/>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A17808"/>
                </a:solidFill>
                <a:latin typeface="Arial"/>
                <a:ea typeface="Arial"/>
                <a:cs typeface="Arial"/>
              </a:defRPr>
            </a:defPPr>
            <a:lvl1pPr algn="l">
              <a:defRPr sz="1500" b="1">
                <a:solidFill>
                  <a:srgbClr val="A17808"/>
                </a:solidFill>
                <a:latin typeface="Arial"/>
                <a:ea typeface="Arial"/>
                <a:cs typeface="Arial"/>
              </a:defRPr>
            </a:lvl1pPr>
            <a:lvl2pPr algn="l">
              <a:defRPr sz="1500" b="1">
                <a:solidFill>
                  <a:srgbClr val="A17808"/>
                </a:solidFill>
                <a:latin typeface="Arial"/>
                <a:ea typeface="Arial"/>
                <a:cs typeface="Arial"/>
              </a:defRPr>
            </a:lvl2pPr>
            <a:lvl3pPr algn="l">
              <a:defRPr sz="1500" b="1">
                <a:solidFill>
                  <a:srgbClr val="A17808"/>
                </a:solidFill>
                <a:latin typeface="Arial"/>
                <a:ea typeface="Arial"/>
                <a:cs typeface="Arial"/>
              </a:defRPr>
            </a:lvl3pPr>
            <a:lvl4pPr algn="l">
              <a:defRPr sz="1500" b="1">
                <a:solidFill>
                  <a:srgbClr val="A17808"/>
                </a:solidFill>
                <a:latin typeface="Arial"/>
                <a:ea typeface="Arial"/>
                <a:cs typeface="Arial"/>
              </a:defRPr>
            </a:lvl4pPr>
            <a:lvl5pPr algn="l">
              <a:defRPr sz="1500" b="1">
                <a:solidFill>
                  <a:srgbClr val="A17808"/>
                </a:solidFill>
                <a:latin typeface="Arial"/>
                <a:ea typeface="Arial"/>
                <a:cs typeface="Arial"/>
              </a:defRPr>
            </a:lvl5pPr>
            <a:lvl6pPr algn="l">
              <a:defRPr sz="1500" b="1">
                <a:solidFill>
                  <a:srgbClr val="A17808"/>
                </a:solidFill>
                <a:latin typeface="Arial"/>
                <a:ea typeface="Arial"/>
                <a:cs typeface="Arial"/>
              </a:defRPr>
            </a:lvl6pPr>
            <a:lvl7pPr algn="l">
              <a:defRPr sz="1500" b="1">
                <a:solidFill>
                  <a:srgbClr val="A17808"/>
                </a:solidFill>
                <a:latin typeface="Arial"/>
                <a:ea typeface="Arial"/>
                <a:cs typeface="Arial"/>
              </a:defRPr>
            </a:lvl7pPr>
            <a:lvl8pPr algn="l">
              <a:defRPr sz="1500" b="1">
                <a:solidFill>
                  <a:srgbClr val="A17808"/>
                </a:solidFill>
                <a:latin typeface="Arial"/>
                <a:ea typeface="Arial"/>
                <a:cs typeface="Arial"/>
              </a:defRPr>
            </a:lvl8pPr>
            <a:lvl9pPr algn="l">
              <a:defRPr sz="1500" b="1">
                <a:solidFill>
                  <a:srgbClr val="A17808"/>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A17808"/>
                </a:solidFill>
                <a:latin typeface="Arial"/>
                <a:ea typeface="Arial"/>
                <a:cs typeface="Arial"/>
              </a:defRPr>
            </a:pPr>
            <a:r>
              <a:rPr kumimoji="0" sz="1500" b="1" i="0" u="none" strike="noStrike" kern="1200" cap="none" spc="0" normalizeH="0" baseline="0" noProof="0">
                <a:ln>
                  <a:noFill/>
                </a:ln>
                <a:solidFill>
                  <a:srgbClr val="A17808"/>
                </a:solidFill>
                <a:effectLst/>
                <a:uLnTx/>
                <a:uFillTx/>
                <a:latin typeface="Arial"/>
                <a:ea typeface="Arial"/>
                <a:cs typeface="Arial"/>
              </a:rPr>
              <a:t>SECONDARY ALIGNMENT</a:t>
            </a:r>
          </a:p>
        </p:txBody>
      </p:sp>
      <p:sp>
        <p:nvSpPr>
          <p:cNvPr id="5" name="headline-12">
            <a:extLst>
              <a:ext uri="{FF2B5EF4-FFF2-40B4-BE49-F238E27FC236}">
                <a16:creationId xmlns:a16="http://schemas.microsoft.com/office/drawing/2014/main" id="{A3B3A170-CA6C-4F2D-B920-79CF7781E598}"/>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8352D"/>
                </a:solidFill>
                <a:latin typeface="Arial"/>
                <a:ea typeface="Arial"/>
                <a:cs typeface="Arial"/>
              </a:defRPr>
            </a:pPr>
            <a:r>
              <a:rPr kumimoji="0" sz="3150" b="1" i="0" u="none" strike="noStrike" kern="1200" cap="none" spc="0" normalizeH="0" baseline="0" noProof="0">
                <a:ln>
                  <a:noFill/>
                </a:ln>
                <a:solidFill>
                  <a:srgbClr val="18352D"/>
                </a:solidFill>
                <a:effectLst/>
                <a:uLnTx/>
                <a:uFillTx/>
                <a:latin typeface="Arial"/>
                <a:ea typeface="Arial"/>
                <a:cs typeface="Arial"/>
              </a:rPr>
              <a:t>Forecast demand.</a:t>
            </a:r>
          </a:p>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8352D"/>
                </a:solidFill>
                <a:latin typeface="Arial"/>
                <a:ea typeface="Arial"/>
                <a:cs typeface="Arial"/>
              </a:defRPr>
            </a:pPr>
            <a:r>
              <a:rPr kumimoji="0" sz="3150" b="1" i="0" u="none" strike="noStrike" kern="1200" cap="none" spc="0" normalizeH="0" baseline="0" noProof="0">
                <a:ln>
                  <a:noFill/>
                </a:ln>
                <a:solidFill>
                  <a:srgbClr val="18352D"/>
                </a:solidFill>
                <a:effectLst/>
                <a:uLnTx/>
                <a:uFillTx/>
                <a:latin typeface="Arial"/>
                <a:ea typeface="Arial"/>
                <a:cs typeface="Arial"/>
              </a:rPr>
              <a:t>Reduce food waste.</a:t>
            </a:r>
          </a:p>
        </p:txBody>
      </p:sp>
      <p:sp>
        <p:nvSpPr>
          <p:cNvPr id="6" name="explanation-12">
            <a:extLst>
              <a:ext uri="{FF2B5EF4-FFF2-40B4-BE49-F238E27FC236}">
                <a16:creationId xmlns:a16="http://schemas.microsoft.com/office/drawing/2014/main" id="{78AF2D11-C303-4AF9-8C32-2F608666D55D}"/>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46534E"/>
                </a:solidFill>
                <a:latin typeface="Arial"/>
                <a:ea typeface="Arial"/>
                <a:cs typeface="Arial"/>
              </a:defRPr>
            </a:pPr>
            <a:r>
              <a:rPr kumimoji="0" sz="1950" b="0" i="0" u="none" strike="noStrike" kern="1200" cap="none" spc="0" normalizeH="0" baseline="0" noProof="0">
                <a:ln>
                  <a:noFill/>
                </a:ln>
                <a:solidFill>
                  <a:srgbClr val="46534E"/>
                </a:solidFill>
                <a:effectLst/>
                <a:uLnTx/>
                <a:uFillTx/>
                <a:latin typeface="Arial"/>
                <a:ea typeface="Arial"/>
                <a:cs typeface="Arial"/>
              </a:rPr>
              <a:t>The project incorporates weather and special-holiday foot traffic into demand forecasting to reduce avoidable surplus and support circular practices in food-service procurement. Waste reduction is a pilot target, not a measured result.</a:t>
            </a:r>
          </a:p>
        </p:txBody>
      </p:sp>
      <p:sp>
        <p:nvSpPr>
          <p:cNvPr id="7" name="page-2">
            <a:extLst>
              <a:ext uri="{FF2B5EF4-FFF2-40B4-BE49-F238E27FC236}">
                <a16:creationId xmlns:a16="http://schemas.microsoft.com/office/drawing/2014/main" id="{13A948D1-D7BE-4F51-91F9-556ABBF7962B}"/>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7A8580"/>
                </a:solidFill>
                <a:latin typeface="Arial"/>
                <a:ea typeface="Arial"/>
                <a:cs typeface="Arial"/>
              </a:defRPr>
            </a:pPr>
            <a:r>
              <a:rPr kumimoji="0" sz="1200" b="1" i="0" u="none" strike="noStrike" kern="1200" cap="none" spc="0" normalizeH="0" baseline="0" noProof="0">
                <a:ln>
                  <a:noFill/>
                </a:ln>
                <a:solidFill>
                  <a:srgbClr val="7A8580"/>
                </a:solidFill>
                <a:effectLst/>
                <a:uLnTx/>
                <a:uFillTx/>
                <a:latin typeface="Arial"/>
                <a:ea typeface="Arial"/>
                <a:cs typeface="Arial"/>
              </a:rPr>
              <a:t>02 / 03</a:t>
            </a:r>
          </a:p>
        </p:txBody>
      </p:sp>
    </p:spTree>
    <p:extLst>
      <p:ext uri="{BB962C8B-B14F-4D97-AF65-F5344CB8AC3E}">
        <p14:creationId xmlns:p14="http://schemas.microsoft.com/office/powerpoint/2010/main" val="1704036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8" name="section-3">
            <a:extLst>
              <a:ext uri="{FF2B5EF4-FFF2-40B4-BE49-F238E27FC236}">
                <a16:creationId xmlns:a16="http://schemas.microsoft.com/office/drawing/2014/main" id="{BDF0AC15-5C80-450E-BA45-251646B184E1}"/>
              </a:ext>
            </a:extLst>
          </p:cNvPr>
          <p:cNvSpPr>
            <a:spLocks noGrp="1"/>
          </p:cNvSpPr>
          <p:nvPr/>
        </p:nvSpPr>
        <p:spPr>
          <a:xfrm>
            <a:off x="685800" y="514350"/>
            <a:ext cx="3333750" cy="266700"/>
          </a:xfrm>
          <a:prstGeom prst="rect">
            <a:avLst/>
          </a:prstGeom>
          <a:noFill/>
          <a:ln w="0">
            <a:noFill/>
            <a:prstDash val="solid"/>
          </a:ln>
        </p:spPr>
        <p:txBody>
          <a:bodyPr lIns="0" tIns="0" rIns="0" bIns="0" anchor="t">
            <a:normAutofit/>
          </a:bodyPr>
          <a:lstStyle>
            <a:defPPr algn="l">
              <a:defRPr sz="1350" b="1">
                <a:solidFill>
                  <a:srgbClr val="63716B"/>
                </a:solidFill>
                <a:latin typeface="Arial"/>
                <a:ea typeface="Arial"/>
                <a:cs typeface="Arial"/>
              </a:defRPr>
            </a:defPPr>
            <a:lvl1pPr algn="l">
              <a:defRPr sz="1350" b="1">
                <a:solidFill>
                  <a:srgbClr val="63716B"/>
                </a:solidFill>
                <a:latin typeface="Arial"/>
                <a:ea typeface="Arial"/>
                <a:cs typeface="Arial"/>
              </a:defRPr>
            </a:lvl1pPr>
            <a:lvl2pPr algn="l">
              <a:defRPr sz="1350" b="1">
                <a:solidFill>
                  <a:srgbClr val="63716B"/>
                </a:solidFill>
                <a:latin typeface="Arial"/>
                <a:ea typeface="Arial"/>
                <a:cs typeface="Arial"/>
              </a:defRPr>
            </a:lvl2pPr>
            <a:lvl3pPr algn="l">
              <a:defRPr sz="1350" b="1">
                <a:solidFill>
                  <a:srgbClr val="63716B"/>
                </a:solidFill>
                <a:latin typeface="Arial"/>
                <a:ea typeface="Arial"/>
                <a:cs typeface="Arial"/>
              </a:defRPr>
            </a:lvl3pPr>
            <a:lvl4pPr algn="l">
              <a:defRPr sz="1350" b="1">
                <a:solidFill>
                  <a:srgbClr val="63716B"/>
                </a:solidFill>
                <a:latin typeface="Arial"/>
                <a:ea typeface="Arial"/>
                <a:cs typeface="Arial"/>
              </a:defRPr>
            </a:lvl4pPr>
            <a:lvl5pPr algn="l">
              <a:defRPr sz="1350" b="1">
                <a:solidFill>
                  <a:srgbClr val="63716B"/>
                </a:solidFill>
                <a:latin typeface="Arial"/>
                <a:ea typeface="Arial"/>
                <a:cs typeface="Arial"/>
              </a:defRPr>
            </a:lvl5pPr>
            <a:lvl6pPr algn="l">
              <a:defRPr sz="1350" b="1">
                <a:solidFill>
                  <a:srgbClr val="63716B"/>
                </a:solidFill>
                <a:latin typeface="Arial"/>
                <a:ea typeface="Arial"/>
                <a:cs typeface="Arial"/>
              </a:defRPr>
            </a:lvl6pPr>
            <a:lvl7pPr algn="l">
              <a:defRPr sz="1350" b="1">
                <a:solidFill>
                  <a:srgbClr val="63716B"/>
                </a:solidFill>
                <a:latin typeface="Arial"/>
                <a:ea typeface="Arial"/>
                <a:cs typeface="Arial"/>
              </a:defRPr>
            </a:lvl7pPr>
            <a:lvl8pPr algn="l">
              <a:defRPr sz="1350" b="1">
                <a:solidFill>
                  <a:srgbClr val="63716B"/>
                </a:solidFill>
                <a:latin typeface="Arial"/>
                <a:ea typeface="Arial"/>
                <a:cs typeface="Arial"/>
              </a:defRPr>
            </a:lvl8pPr>
            <a:lvl9pPr algn="l">
              <a:defRPr sz="1350" b="1">
                <a:solidFill>
                  <a:srgbClr val="63716B"/>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350" b="1">
                <a:solidFill>
                  <a:srgbClr val="63716B"/>
                </a:solidFill>
                <a:latin typeface="Arial"/>
                <a:ea typeface="Arial"/>
                <a:cs typeface="Arial"/>
              </a:defRPr>
            </a:pPr>
            <a:r>
              <a:rPr kumimoji="0" sz="1350" b="1" i="0" u="none" strike="noStrike" kern="1200" cap="none" spc="0" normalizeH="0" baseline="0" noProof="0">
                <a:ln>
                  <a:noFill/>
                </a:ln>
                <a:solidFill>
                  <a:srgbClr val="63716B"/>
                </a:solidFill>
                <a:effectLst/>
                <a:uLnTx/>
                <a:uFillTx/>
                <a:latin typeface="Arial"/>
                <a:ea typeface="Arial"/>
                <a:cs typeface="Arial"/>
              </a:rPr>
              <a:t>SDG ALIGNMENT</a:t>
            </a:r>
          </a:p>
        </p:txBody>
      </p:sp>
      <p:sp>
        <p:nvSpPr>
          <p:cNvPr id="2" name="sdg-number-09">
            <a:extLst>
              <a:ext uri="{FF2B5EF4-FFF2-40B4-BE49-F238E27FC236}">
                <a16:creationId xmlns:a16="http://schemas.microsoft.com/office/drawing/2014/main" id="{3DFD46BB-19AE-4826-A613-1CEDD5809F77}"/>
              </a:ext>
            </a:extLst>
          </p:cNvPr>
          <p:cNvSpPr>
            <a:spLocks noGrp="1"/>
          </p:cNvSpPr>
          <p:nvPr/>
        </p:nvSpPr>
        <p:spPr>
          <a:xfrm>
            <a:off x="628650" y="1123950"/>
            <a:ext cx="3476625" cy="1695450"/>
          </a:xfrm>
          <a:prstGeom prst="rect">
            <a:avLst/>
          </a:prstGeom>
          <a:noFill/>
          <a:ln w="0">
            <a:noFill/>
            <a:prstDash val="solid"/>
          </a:ln>
        </p:spPr>
        <p:txBody>
          <a:bodyPr lIns="0" tIns="0" rIns="0" bIns="0" anchor="t">
            <a:normAutofit fontScale="96857" lnSpcReduction="10000"/>
          </a:bodyPr>
          <a:lstStyle>
            <a:defPPr algn="l">
              <a:defRPr sz="12450" b="1">
                <a:solidFill>
                  <a:srgbClr val="B8572B"/>
                </a:solidFill>
                <a:latin typeface="Arial"/>
                <a:ea typeface="Arial"/>
                <a:cs typeface="Arial"/>
              </a:defRPr>
            </a:defPPr>
            <a:lvl1pPr algn="l">
              <a:defRPr sz="12450" b="1">
                <a:solidFill>
                  <a:srgbClr val="B8572B"/>
                </a:solidFill>
                <a:latin typeface="Arial"/>
                <a:ea typeface="Arial"/>
                <a:cs typeface="Arial"/>
              </a:defRPr>
            </a:lvl1pPr>
            <a:lvl2pPr algn="l">
              <a:defRPr sz="12450" b="1">
                <a:solidFill>
                  <a:srgbClr val="B8572B"/>
                </a:solidFill>
                <a:latin typeface="Arial"/>
                <a:ea typeface="Arial"/>
                <a:cs typeface="Arial"/>
              </a:defRPr>
            </a:lvl2pPr>
            <a:lvl3pPr algn="l">
              <a:defRPr sz="12450" b="1">
                <a:solidFill>
                  <a:srgbClr val="B8572B"/>
                </a:solidFill>
                <a:latin typeface="Arial"/>
                <a:ea typeface="Arial"/>
                <a:cs typeface="Arial"/>
              </a:defRPr>
            </a:lvl3pPr>
            <a:lvl4pPr algn="l">
              <a:defRPr sz="12450" b="1">
                <a:solidFill>
                  <a:srgbClr val="B8572B"/>
                </a:solidFill>
                <a:latin typeface="Arial"/>
                <a:ea typeface="Arial"/>
                <a:cs typeface="Arial"/>
              </a:defRPr>
            </a:lvl4pPr>
            <a:lvl5pPr algn="l">
              <a:defRPr sz="12450" b="1">
                <a:solidFill>
                  <a:srgbClr val="B8572B"/>
                </a:solidFill>
                <a:latin typeface="Arial"/>
                <a:ea typeface="Arial"/>
                <a:cs typeface="Arial"/>
              </a:defRPr>
            </a:lvl5pPr>
            <a:lvl6pPr algn="l">
              <a:defRPr sz="12450" b="1">
                <a:solidFill>
                  <a:srgbClr val="B8572B"/>
                </a:solidFill>
                <a:latin typeface="Arial"/>
                <a:ea typeface="Arial"/>
                <a:cs typeface="Arial"/>
              </a:defRPr>
            </a:lvl6pPr>
            <a:lvl7pPr algn="l">
              <a:defRPr sz="12450" b="1">
                <a:solidFill>
                  <a:srgbClr val="B8572B"/>
                </a:solidFill>
                <a:latin typeface="Arial"/>
                <a:ea typeface="Arial"/>
                <a:cs typeface="Arial"/>
              </a:defRPr>
            </a:lvl7pPr>
            <a:lvl8pPr algn="l">
              <a:defRPr sz="12450" b="1">
                <a:solidFill>
                  <a:srgbClr val="B8572B"/>
                </a:solidFill>
                <a:latin typeface="Arial"/>
                <a:ea typeface="Arial"/>
                <a:cs typeface="Arial"/>
              </a:defRPr>
            </a:lvl8pPr>
            <a:lvl9pPr algn="l">
              <a:defRPr sz="12450" b="1">
                <a:solidFill>
                  <a:srgbClr val="B8572B"/>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2450" b="1">
                <a:solidFill>
                  <a:srgbClr val="B8572B"/>
                </a:solidFill>
                <a:latin typeface="Arial"/>
                <a:ea typeface="Arial"/>
                <a:cs typeface="Arial"/>
              </a:defRPr>
            </a:pPr>
            <a:r>
              <a:rPr kumimoji="0" sz="12450" b="1" i="0" u="none" strike="noStrike" kern="1200" cap="none" spc="0" normalizeH="0" baseline="0" noProof="0">
                <a:ln>
                  <a:noFill/>
                </a:ln>
                <a:solidFill>
                  <a:srgbClr val="B8572B"/>
                </a:solidFill>
                <a:effectLst/>
                <a:uLnTx/>
                <a:uFillTx/>
                <a:latin typeface="Arial"/>
                <a:ea typeface="Arial"/>
                <a:cs typeface="Arial"/>
              </a:rPr>
              <a:t>10</a:t>
            </a:r>
          </a:p>
        </p:txBody>
      </p:sp>
      <p:sp>
        <p:nvSpPr>
          <p:cNvPr id="3" name="sdg-title-09">
            <a:extLst>
              <a:ext uri="{FF2B5EF4-FFF2-40B4-BE49-F238E27FC236}">
                <a16:creationId xmlns:a16="http://schemas.microsoft.com/office/drawing/2014/main" id="{69D08F60-81AC-4F8C-B694-88FFC24D78D5}"/>
              </a:ext>
            </a:extLst>
          </p:cNvPr>
          <p:cNvSpPr>
            <a:spLocks noGrp="1"/>
          </p:cNvSpPr>
          <p:nvPr/>
        </p:nvSpPr>
        <p:spPr>
          <a:xfrm>
            <a:off x="714375" y="3067050"/>
            <a:ext cx="3524250" cy="1943100"/>
          </a:xfrm>
          <a:prstGeom prst="rect">
            <a:avLst/>
          </a:prstGeom>
          <a:noFill/>
          <a:ln w="0">
            <a:noFill/>
            <a:prstDash val="solid"/>
          </a:ln>
        </p:spPr>
        <p:txBody>
          <a:bodyPr lIns="0" tIns="0" rIns="0" bIns="0" anchor="t">
            <a:normAutofit/>
          </a:bodyPr>
          <a:lstStyle>
            <a:defPPr algn="l">
              <a:defRPr sz="2850" b="1">
                <a:solidFill>
                  <a:srgbClr val="18352D"/>
                </a:solidFill>
                <a:latin typeface="Arial"/>
                <a:ea typeface="Arial"/>
                <a:cs typeface="Arial"/>
              </a:defRPr>
            </a:defPPr>
            <a:lvl1pPr algn="l">
              <a:defRPr sz="2850" b="1">
                <a:solidFill>
                  <a:srgbClr val="18352D"/>
                </a:solidFill>
                <a:latin typeface="Arial"/>
                <a:ea typeface="Arial"/>
                <a:cs typeface="Arial"/>
              </a:defRPr>
            </a:lvl1pPr>
            <a:lvl2pPr algn="l">
              <a:defRPr sz="2850" b="1">
                <a:solidFill>
                  <a:srgbClr val="18352D"/>
                </a:solidFill>
                <a:latin typeface="Arial"/>
                <a:ea typeface="Arial"/>
                <a:cs typeface="Arial"/>
              </a:defRPr>
            </a:lvl2pPr>
            <a:lvl3pPr algn="l">
              <a:defRPr sz="2850" b="1">
                <a:solidFill>
                  <a:srgbClr val="18352D"/>
                </a:solidFill>
                <a:latin typeface="Arial"/>
                <a:ea typeface="Arial"/>
                <a:cs typeface="Arial"/>
              </a:defRPr>
            </a:lvl3pPr>
            <a:lvl4pPr algn="l">
              <a:defRPr sz="2850" b="1">
                <a:solidFill>
                  <a:srgbClr val="18352D"/>
                </a:solidFill>
                <a:latin typeface="Arial"/>
                <a:ea typeface="Arial"/>
                <a:cs typeface="Arial"/>
              </a:defRPr>
            </a:lvl4pPr>
            <a:lvl5pPr algn="l">
              <a:defRPr sz="2850" b="1">
                <a:solidFill>
                  <a:srgbClr val="18352D"/>
                </a:solidFill>
                <a:latin typeface="Arial"/>
                <a:ea typeface="Arial"/>
                <a:cs typeface="Arial"/>
              </a:defRPr>
            </a:lvl5pPr>
            <a:lvl6pPr algn="l">
              <a:defRPr sz="2850" b="1">
                <a:solidFill>
                  <a:srgbClr val="18352D"/>
                </a:solidFill>
                <a:latin typeface="Arial"/>
                <a:ea typeface="Arial"/>
                <a:cs typeface="Arial"/>
              </a:defRPr>
            </a:lvl6pPr>
            <a:lvl7pPr algn="l">
              <a:defRPr sz="2850" b="1">
                <a:solidFill>
                  <a:srgbClr val="18352D"/>
                </a:solidFill>
                <a:latin typeface="Arial"/>
                <a:ea typeface="Arial"/>
                <a:cs typeface="Arial"/>
              </a:defRPr>
            </a:lvl7pPr>
            <a:lvl8pPr algn="l">
              <a:defRPr sz="2850" b="1">
                <a:solidFill>
                  <a:srgbClr val="18352D"/>
                </a:solidFill>
                <a:latin typeface="Arial"/>
                <a:ea typeface="Arial"/>
                <a:cs typeface="Arial"/>
              </a:defRPr>
            </a:lvl8pPr>
            <a:lvl9pPr algn="l">
              <a:defRPr sz="2850" b="1">
                <a:solidFill>
                  <a:srgbClr val="18352D"/>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2850" b="1">
                <a:solidFill>
                  <a:srgbClr val="18352D"/>
                </a:solidFill>
                <a:latin typeface="Arial"/>
                <a:ea typeface="Arial"/>
                <a:cs typeface="Arial"/>
              </a:defRPr>
            </a:pPr>
            <a:r>
              <a:rPr kumimoji="0" sz="2850" b="1" i="0" u="none" strike="noStrike" kern="1200" cap="none" spc="0" normalizeH="0" baseline="0" noProof="0">
                <a:ln>
                  <a:noFill/>
                </a:ln>
                <a:solidFill>
                  <a:srgbClr val="18352D"/>
                </a:solidFill>
                <a:effectLst/>
                <a:uLnTx/>
                <a:uFillTx/>
                <a:latin typeface="Arial"/>
                <a:ea typeface="Arial"/>
                <a:cs typeface="Arial"/>
              </a:rPr>
              <a:t>REDUCED</a:t>
            </a:r>
          </a:p>
          <a:p>
            <a:pPr marL="0" marR="0" lvl="0" indent="0" algn="l" defTabSz="914400" rtl="0" eaLnBrk="1" fontAlgn="auto" latinLnBrk="0" hangingPunct="1">
              <a:lnSpc>
                <a:spcPct val="100000"/>
              </a:lnSpc>
              <a:spcBef>
                <a:spcPts val="0"/>
              </a:spcBef>
              <a:spcAft>
                <a:spcPts val="0"/>
              </a:spcAft>
              <a:buClrTx/>
              <a:buSzTx/>
              <a:buFontTx/>
              <a:buNone/>
              <a:tabLst/>
              <a:defRPr sz="2850" b="1">
                <a:solidFill>
                  <a:srgbClr val="18352D"/>
                </a:solidFill>
                <a:latin typeface="Arial"/>
                <a:ea typeface="Arial"/>
                <a:cs typeface="Arial"/>
              </a:defRPr>
            </a:pPr>
            <a:r>
              <a:rPr kumimoji="0" sz="2850" b="1" i="0" u="none" strike="noStrike" kern="1200" cap="none" spc="0" normalizeH="0" baseline="0" noProof="0">
                <a:ln>
                  <a:noFill/>
                </a:ln>
                <a:solidFill>
                  <a:srgbClr val="18352D"/>
                </a:solidFill>
                <a:effectLst/>
                <a:uLnTx/>
                <a:uFillTx/>
                <a:latin typeface="Arial"/>
                <a:ea typeface="Arial"/>
                <a:cs typeface="Arial"/>
              </a:rPr>
              <a:t>INEQUALITIES</a:t>
            </a:r>
          </a:p>
        </p:txBody>
      </p:sp>
      <p:sp>
        <p:nvSpPr>
          <p:cNvPr id="4" name="alignment-level-09">
            <a:extLst>
              <a:ext uri="{FF2B5EF4-FFF2-40B4-BE49-F238E27FC236}">
                <a16:creationId xmlns:a16="http://schemas.microsoft.com/office/drawing/2014/main" id="{6F41D657-61FD-4DF6-A911-D3605DEDF3DA}"/>
              </a:ext>
            </a:extLst>
          </p:cNvPr>
          <p:cNvSpPr>
            <a:spLocks noGrp="1"/>
          </p:cNvSpPr>
          <p:nvPr/>
        </p:nvSpPr>
        <p:spPr>
          <a:xfrm>
            <a:off x="4953000" y="1352550"/>
            <a:ext cx="6572250" cy="323850"/>
          </a:xfrm>
          <a:prstGeom prst="rect">
            <a:avLst/>
          </a:prstGeom>
          <a:noFill/>
          <a:ln w="0">
            <a:noFill/>
            <a:prstDash val="solid"/>
          </a:ln>
        </p:spPr>
        <p:txBody>
          <a:bodyPr lIns="0" tIns="0" rIns="0" bIns="0" anchor="t">
            <a:normAutofit/>
          </a:bodyPr>
          <a:lstStyle>
            <a:defPPr algn="l">
              <a:defRPr sz="1500" b="1">
                <a:solidFill>
                  <a:srgbClr val="B8572B"/>
                </a:solidFill>
                <a:latin typeface="Arial"/>
                <a:ea typeface="Arial"/>
                <a:cs typeface="Arial"/>
              </a:defRPr>
            </a:defPPr>
            <a:lvl1pPr algn="l">
              <a:defRPr sz="1500" b="1">
                <a:solidFill>
                  <a:srgbClr val="B8572B"/>
                </a:solidFill>
                <a:latin typeface="Arial"/>
                <a:ea typeface="Arial"/>
                <a:cs typeface="Arial"/>
              </a:defRPr>
            </a:lvl1pPr>
            <a:lvl2pPr algn="l">
              <a:defRPr sz="1500" b="1">
                <a:solidFill>
                  <a:srgbClr val="B8572B"/>
                </a:solidFill>
                <a:latin typeface="Arial"/>
                <a:ea typeface="Arial"/>
                <a:cs typeface="Arial"/>
              </a:defRPr>
            </a:lvl2pPr>
            <a:lvl3pPr algn="l">
              <a:defRPr sz="1500" b="1">
                <a:solidFill>
                  <a:srgbClr val="B8572B"/>
                </a:solidFill>
                <a:latin typeface="Arial"/>
                <a:ea typeface="Arial"/>
                <a:cs typeface="Arial"/>
              </a:defRPr>
            </a:lvl3pPr>
            <a:lvl4pPr algn="l">
              <a:defRPr sz="1500" b="1">
                <a:solidFill>
                  <a:srgbClr val="B8572B"/>
                </a:solidFill>
                <a:latin typeface="Arial"/>
                <a:ea typeface="Arial"/>
                <a:cs typeface="Arial"/>
              </a:defRPr>
            </a:lvl4pPr>
            <a:lvl5pPr algn="l">
              <a:defRPr sz="1500" b="1">
                <a:solidFill>
                  <a:srgbClr val="B8572B"/>
                </a:solidFill>
                <a:latin typeface="Arial"/>
                <a:ea typeface="Arial"/>
                <a:cs typeface="Arial"/>
              </a:defRPr>
            </a:lvl5pPr>
            <a:lvl6pPr algn="l">
              <a:defRPr sz="1500" b="1">
                <a:solidFill>
                  <a:srgbClr val="B8572B"/>
                </a:solidFill>
                <a:latin typeface="Arial"/>
                <a:ea typeface="Arial"/>
                <a:cs typeface="Arial"/>
              </a:defRPr>
            </a:lvl6pPr>
            <a:lvl7pPr algn="l">
              <a:defRPr sz="1500" b="1">
                <a:solidFill>
                  <a:srgbClr val="B8572B"/>
                </a:solidFill>
                <a:latin typeface="Arial"/>
                <a:ea typeface="Arial"/>
                <a:cs typeface="Arial"/>
              </a:defRPr>
            </a:lvl7pPr>
            <a:lvl8pPr algn="l">
              <a:defRPr sz="1500" b="1">
                <a:solidFill>
                  <a:srgbClr val="B8572B"/>
                </a:solidFill>
                <a:latin typeface="Arial"/>
                <a:ea typeface="Arial"/>
                <a:cs typeface="Arial"/>
              </a:defRPr>
            </a:lvl8pPr>
            <a:lvl9pPr algn="l">
              <a:defRPr sz="1500" b="1">
                <a:solidFill>
                  <a:srgbClr val="B8572B"/>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B8572B"/>
                </a:solidFill>
                <a:latin typeface="Arial"/>
                <a:ea typeface="Arial"/>
                <a:cs typeface="Arial"/>
              </a:defRPr>
            </a:pPr>
            <a:r>
              <a:rPr kumimoji="0" sz="1500" b="1" i="0" u="none" strike="noStrike" kern="1200" cap="none" spc="0" normalizeH="0" baseline="0" noProof="0">
                <a:ln>
                  <a:noFill/>
                </a:ln>
                <a:solidFill>
                  <a:srgbClr val="B8572B"/>
                </a:solidFill>
                <a:effectLst/>
                <a:uLnTx/>
                <a:uFillTx/>
                <a:latin typeface="Arial"/>
                <a:ea typeface="Arial"/>
                <a:cs typeface="Arial"/>
              </a:rPr>
              <a:t>TERTIARY ALIGNMENT</a:t>
            </a:r>
          </a:p>
        </p:txBody>
      </p:sp>
      <p:sp>
        <p:nvSpPr>
          <p:cNvPr id="5" name="headline-09">
            <a:extLst>
              <a:ext uri="{FF2B5EF4-FFF2-40B4-BE49-F238E27FC236}">
                <a16:creationId xmlns:a16="http://schemas.microsoft.com/office/drawing/2014/main" id="{9EF0B39A-A694-49C7-B739-ADD31F9EFDD1}"/>
              </a:ext>
            </a:extLst>
          </p:cNvPr>
          <p:cNvSpPr>
            <a:spLocks noGrp="1"/>
          </p:cNvSpPr>
          <p:nvPr/>
        </p:nvSpPr>
        <p:spPr>
          <a:xfrm>
            <a:off x="4953000" y="1943100"/>
            <a:ext cx="6572250" cy="1257300"/>
          </a:xfrm>
          <a:prstGeom prst="rect">
            <a:avLst/>
          </a:prstGeom>
          <a:noFill/>
          <a:ln w="0">
            <a:noFill/>
            <a:prstDash val="solid"/>
          </a:ln>
        </p:spPr>
        <p:txBody>
          <a:bodyPr lIns="0" tIns="0" rIns="0" bIns="0" anchor="t">
            <a:normAutofit/>
          </a:bodyPr>
          <a:lstStyle>
            <a:defPPr algn="l">
              <a:defRPr sz="3150" b="1">
                <a:solidFill>
                  <a:srgbClr val="18352D"/>
                </a:solidFill>
                <a:latin typeface="Arial"/>
                <a:ea typeface="Arial"/>
                <a:cs typeface="Arial"/>
              </a:defRPr>
            </a:defPPr>
            <a:lvl1pPr algn="l">
              <a:defRPr sz="3150" b="1">
                <a:solidFill>
                  <a:srgbClr val="18352D"/>
                </a:solidFill>
                <a:latin typeface="Arial"/>
                <a:ea typeface="Arial"/>
                <a:cs typeface="Arial"/>
              </a:defRPr>
            </a:lvl1pPr>
            <a:lvl2pPr algn="l">
              <a:defRPr sz="3150" b="1">
                <a:solidFill>
                  <a:srgbClr val="18352D"/>
                </a:solidFill>
                <a:latin typeface="Arial"/>
                <a:ea typeface="Arial"/>
                <a:cs typeface="Arial"/>
              </a:defRPr>
            </a:lvl2pPr>
            <a:lvl3pPr algn="l">
              <a:defRPr sz="3150" b="1">
                <a:solidFill>
                  <a:srgbClr val="18352D"/>
                </a:solidFill>
                <a:latin typeface="Arial"/>
                <a:ea typeface="Arial"/>
                <a:cs typeface="Arial"/>
              </a:defRPr>
            </a:lvl3pPr>
            <a:lvl4pPr algn="l">
              <a:defRPr sz="3150" b="1">
                <a:solidFill>
                  <a:srgbClr val="18352D"/>
                </a:solidFill>
                <a:latin typeface="Arial"/>
                <a:ea typeface="Arial"/>
                <a:cs typeface="Arial"/>
              </a:defRPr>
            </a:lvl4pPr>
            <a:lvl5pPr algn="l">
              <a:defRPr sz="3150" b="1">
                <a:solidFill>
                  <a:srgbClr val="18352D"/>
                </a:solidFill>
                <a:latin typeface="Arial"/>
                <a:ea typeface="Arial"/>
                <a:cs typeface="Arial"/>
              </a:defRPr>
            </a:lvl5pPr>
            <a:lvl6pPr algn="l">
              <a:defRPr sz="3150" b="1">
                <a:solidFill>
                  <a:srgbClr val="18352D"/>
                </a:solidFill>
                <a:latin typeface="Arial"/>
                <a:ea typeface="Arial"/>
                <a:cs typeface="Arial"/>
              </a:defRPr>
            </a:lvl6pPr>
            <a:lvl7pPr algn="l">
              <a:defRPr sz="3150" b="1">
                <a:solidFill>
                  <a:srgbClr val="18352D"/>
                </a:solidFill>
                <a:latin typeface="Arial"/>
                <a:ea typeface="Arial"/>
                <a:cs typeface="Arial"/>
              </a:defRPr>
            </a:lvl7pPr>
            <a:lvl8pPr algn="l">
              <a:defRPr sz="3150" b="1">
                <a:solidFill>
                  <a:srgbClr val="18352D"/>
                </a:solidFill>
                <a:latin typeface="Arial"/>
                <a:ea typeface="Arial"/>
                <a:cs typeface="Arial"/>
              </a:defRPr>
            </a:lvl8pPr>
            <a:lvl9pPr algn="l">
              <a:defRPr sz="3150" b="1">
                <a:solidFill>
                  <a:srgbClr val="18352D"/>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8352D"/>
                </a:solidFill>
                <a:latin typeface="Arial"/>
                <a:ea typeface="Arial"/>
                <a:cs typeface="Arial"/>
              </a:defRPr>
            </a:pPr>
            <a:r>
              <a:rPr kumimoji="0" sz="3150" b="1" i="0" u="none" strike="noStrike" kern="1200" cap="none" spc="0" normalizeH="0" baseline="0" noProof="0">
                <a:ln>
                  <a:noFill/>
                </a:ln>
                <a:solidFill>
                  <a:srgbClr val="18352D"/>
                </a:solidFill>
                <a:effectLst/>
                <a:uLnTx/>
                <a:uFillTx/>
                <a:latin typeface="Arial"/>
                <a:ea typeface="Arial"/>
                <a:cs typeface="Arial"/>
              </a:rPr>
              <a:t>The tools larger firms</a:t>
            </a:r>
          </a:p>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8352D"/>
                </a:solidFill>
                <a:latin typeface="Arial"/>
                <a:ea typeface="Arial"/>
                <a:cs typeface="Arial"/>
              </a:defRPr>
            </a:pPr>
            <a:r>
              <a:rPr kumimoji="0" sz="3150" b="1" i="0" u="none" strike="noStrike" kern="1200" cap="none" spc="0" normalizeH="0" baseline="0" noProof="0">
                <a:ln>
                  <a:noFill/>
                </a:ln>
                <a:solidFill>
                  <a:srgbClr val="18352D"/>
                </a:solidFill>
                <a:effectLst/>
                <a:uLnTx/>
                <a:uFillTx/>
                <a:latin typeface="Arial"/>
                <a:ea typeface="Arial"/>
                <a:cs typeface="Arial"/>
              </a:rPr>
              <a:t>take for granted.</a:t>
            </a:r>
          </a:p>
        </p:txBody>
      </p:sp>
      <p:sp>
        <p:nvSpPr>
          <p:cNvPr id="6" name="explanation-09">
            <a:extLst>
              <a:ext uri="{FF2B5EF4-FFF2-40B4-BE49-F238E27FC236}">
                <a16:creationId xmlns:a16="http://schemas.microsoft.com/office/drawing/2014/main" id="{5F96CFED-EF15-45FE-B25F-6910FFFB8EE4}"/>
              </a:ext>
            </a:extLst>
          </p:cNvPr>
          <p:cNvSpPr>
            <a:spLocks noGrp="1"/>
          </p:cNvSpPr>
          <p:nvPr/>
        </p:nvSpPr>
        <p:spPr>
          <a:xfrm>
            <a:off x="4953000" y="3524250"/>
            <a:ext cx="6477000" cy="1952625"/>
          </a:xfrm>
          <a:prstGeom prst="rect">
            <a:avLst/>
          </a:prstGeom>
          <a:noFill/>
          <a:ln w="0">
            <a:noFill/>
            <a:prstDash val="solid"/>
          </a:ln>
        </p:spPr>
        <p:txBody>
          <a:bodyPr lIns="0" tIns="0" rIns="0" bIns="0" anchor="t">
            <a:normAutofit/>
          </a:bodyPr>
          <a:lstStyle>
            <a:defPPr algn="l">
              <a:defRPr sz="1950" b="0">
                <a:solidFill>
                  <a:srgbClr val="46534E"/>
                </a:solidFill>
                <a:latin typeface="Arial"/>
                <a:ea typeface="Arial"/>
                <a:cs typeface="Arial"/>
              </a:defRPr>
            </a:defPPr>
            <a:lvl1pPr algn="l">
              <a:defRPr sz="1950" b="0">
                <a:solidFill>
                  <a:srgbClr val="46534E"/>
                </a:solidFill>
                <a:latin typeface="Arial"/>
                <a:ea typeface="Arial"/>
                <a:cs typeface="Arial"/>
              </a:defRPr>
            </a:lvl1pPr>
            <a:lvl2pPr algn="l">
              <a:defRPr sz="1950" b="0">
                <a:solidFill>
                  <a:srgbClr val="46534E"/>
                </a:solidFill>
                <a:latin typeface="Arial"/>
                <a:ea typeface="Arial"/>
                <a:cs typeface="Arial"/>
              </a:defRPr>
            </a:lvl2pPr>
            <a:lvl3pPr algn="l">
              <a:defRPr sz="1950" b="0">
                <a:solidFill>
                  <a:srgbClr val="46534E"/>
                </a:solidFill>
                <a:latin typeface="Arial"/>
                <a:ea typeface="Arial"/>
                <a:cs typeface="Arial"/>
              </a:defRPr>
            </a:lvl3pPr>
            <a:lvl4pPr algn="l">
              <a:defRPr sz="1950" b="0">
                <a:solidFill>
                  <a:srgbClr val="46534E"/>
                </a:solidFill>
                <a:latin typeface="Arial"/>
                <a:ea typeface="Arial"/>
                <a:cs typeface="Arial"/>
              </a:defRPr>
            </a:lvl4pPr>
            <a:lvl5pPr algn="l">
              <a:defRPr sz="1950" b="0">
                <a:solidFill>
                  <a:srgbClr val="46534E"/>
                </a:solidFill>
                <a:latin typeface="Arial"/>
                <a:ea typeface="Arial"/>
                <a:cs typeface="Arial"/>
              </a:defRPr>
            </a:lvl5pPr>
            <a:lvl6pPr algn="l">
              <a:defRPr sz="1950" b="0">
                <a:solidFill>
                  <a:srgbClr val="46534E"/>
                </a:solidFill>
                <a:latin typeface="Arial"/>
                <a:ea typeface="Arial"/>
                <a:cs typeface="Arial"/>
              </a:defRPr>
            </a:lvl6pPr>
            <a:lvl7pPr algn="l">
              <a:defRPr sz="1950" b="0">
                <a:solidFill>
                  <a:srgbClr val="46534E"/>
                </a:solidFill>
                <a:latin typeface="Arial"/>
                <a:ea typeface="Arial"/>
                <a:cs typeface="Arial"/>
              </a:defRPr>
            </a:lvl7pPr>
            <a:lvl8pPr algn="l">
              <a:defRPr sz="1950" b="0">
                <a:solidFill>
                  <a:srgbClr val="46534E"/>
                </a:solidFill>
                <a:latin typeface="Arial"/>
                <a:ea typeface="Arial"/>
                <a:cs typeface="Arial"/>
              </a:defRPr>
            </a:lvl8pPr>
            <a:lvl9pPr algn="l">
              <a:defRPr sz="1950" b="0">
                <a:solidFill>
                  <a:srgbClr val="46534E"/>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46534E"/>
                </a:solidFill>
                <a:latin typeface="Arial"/>
                <a:ea typeface="Arial"/>
                <a:cs typeface="Arial"/>
              </a:defRPr>
            </a:pPr>
            <a:r>
              <a:rPr kumimoji="0" sz="1950" b="0" i="0" u="none" strike="noStrike" kern="1200" cap="none" spc="0" normalizeH="0" baseline="0" noProof="0">
                <a:ln>
                  <a:noFill/>
                </a:ln>
                <a:solidFill>
                  <a:srgbClr val="46534E"/>
                </a:solidFill>
                <a:effectLst/>
                <a:uLnTx/>
                <a:uFillTx/>
                <a:latin typeface="Arial"/>
                <a:ea typeface="Arial"/>
                <a:cs typeface="Arial"/>
              </a:rPr>
              <a:t>Lightweight inventory automation gives owner-operated coffee shops access to planning tools that larger chains already use. It lowers the cost of entry, narrows the digital divide between micro-enterprises and larger firms, and lets businesses with limited technical capacity work to the same standard of consistency.</a:t>
            </a:r>
          </a:p>
        </p:txBody>
      </p:sp>
      <p:sp>
        <p:nvSpPr>
          <p:cNvPr id="7" name="page-3">
            <a:extLst>
              <a:ext uri="{FF2B5EF4-FFF2-40B4-BE49-F238E27FC236}">
                <a16:creationId xmlns:a16="http://schemas.microsoft.com/office/drawing/2014/main" id="{3E3BEC01-9B73-4A7B-AFAF-7DD76651C653}"/>
              </a:ext>
            </a:extLst>
          </p:cNvPr>
          <p:cNvSpPr>
            <a:spLocks noGrp="1"/>
          </p:cNvSpPr>
          <p:nvPr/>
        </p:nvSpPr>
        <p:spPr>
          <a:xfrm>
            <a:off x="10744200" y="6191250"/>
            <a:ext cx="781050" cy="228600"/>
          </a:xfrm>
          <a:prstGeom prst="rect">
            <a:avLst/>
          </a:prstGeom>
          <a:noFill/>
          <a:ln w="0">
            <a:noFill/>
            <a:prstDash val="solid"/>
          </a:ln>
        </p:spPr>
        <p:txBody>
          <a:bodyPr lIns="0" tIns="0" rIns="0" bIns="0" anchor="t">
            <a:normAutofit/>
          </a:bodyPr>
          <a:lstStyle>
            <a:defPPr algn="l">
              <a:defRPr sz="1200" b="1">
                <a:solidFill>
                  <a:srgbClr val="7A8580"/>
                </a:solidFill>
                <a:latin typeface="Arial"/>
                <a:ea typeface="Arial"/>
                <a:cs typeface="Arial"/>
              </a:defRPr>
            </a:defPPr>
            <a:lvl1pPr algn="l">
              <a:defRPr sz="1200" b="1">
                <a:solidFill>
                  <a:srgbClr val="7A8580"/>
                </a:solidFill>
                <a:latin typeface="Arial"/>
                <a:ea typeface="Arial"/>
                <a:cs typeface="Arial"/>
              </a:defRPr>
            </a:lvl1pPr>
            <a:lvl2pPr algn="l">
              <a:defRPr sz="1200" b="1">
                <a:solidFill>
                  <a:srgbClr val="7A8580"/>
                </a:solidFill>
                <a:latin typeface="Arial"/>
                <a:ea typeface="Arial"/>
                <a:cs typeface="Arial"/>
              </a:defRPr>
            </a:lvl2pPr>
            <a:lvl3pPr algn="l">
              <a:defRPr sz="1200" b="1">
                <a:solidFill>
                  <a:srgbClr val="7A8580"/>
                </a:solidFill>
                <a:latin typeface="Arial"/>
                <a:ea typeface="Arial"/>
                <a:cs typeface="Arial"/>
              </a:defRPr>
            </a:lvl3pPr>
            <a:lvl4pPr algn="l">
              <a:defRPr sz="1200" b="1">
                <a:solidFill>
                  <a:srgbClr val="7A8580"/>
                </a:solidFill>
                <a:latin typeface="Arial"/>
                <a:ea typeface="Arial"/>
                <a:cs typeface="Arial"/>
              </a:defRPr>
            </a:lvl4pPr>
            <a:lvl5pPr algn="l">
              <a:defRPr sz="1200" b="1">
                <a:solidFill>
                  <a:srgbClr val="7A8580"/>
                </a:solidFill>
                <a:latin typeface="Arial"/>
                <a:ea typeface="Arial"/>
                <a:cs typeface="Arial"/>
              </a:defRPr>
            </a:lvl5pPr>
            <a:lvl6pPr algn="l">
              <a:defRPr sz="1200" b="1">
                <a:solidFill>
                  <a:srgbClr val="7A8580"/>
                </a:solidFill>
                <a:latin typeface="Arial"/>
                <a:ea typeface="Arial"/>
                <a:cs typeface="Arial"/>
              </a:defRPr>
            </a:lvl6pPr>
            <a:lvl7pPr algn="l">
              <a:defRPr sz="1200" b="1">
                <a:solidFill>
                  <a:srgbClr val="7A8580"/>
                </a:solidFill>
                <a:latin typeface="Arial"/>
                <a:ea typeface="Arial"/>
                <a:cs typeface="Arial"/>
              </a:defRPr>
            </a:lvl7pPr>
            <a:lvl8pPr algn="l">
              <a:defRPr sz="1200" b="1">
                <a:solidFill>
                  <a:srgbClr val="7A8580"/>
                </a:solidFill>
                <a:latin typeface="Arial"/>
                <a:ea typeface="Arial"/>
                <a:cs typeface="Arial"/>
              </a:defRPr>
            </a:lvl8pPr>
            <a:lvl9pPr algn="l">
              <a:defRPr sz="1200" b="1">
                <a:solidFill>
                  <a:srgbClr val="7A8580"/>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7A8580"/>
                </a:solidFill>
                <a:latin typeface="Arial"/>
                <a:ea typeface="Arial"/>
                <a:cs typeface="Arial"/>
              </a:defRPr>
            </a:pPr>
            <a:r>
              <a:rPr kumimoji="0" sz="1200" b="1" i="0" u="none" strike="noStrike" kern="1200" cap="none" spc="0" normalizeH="0" baseline="0" noProof="0">
                <a:ln>
                  <a:noFill/>
                </a:ln>
                <a:solidFill>
                  <a:srgbClr val="7A8580"/>
                </a:solidFill>
                <a:effectLst/>
                <a:uLnTx/>
                <a:uFillTx/>
                <a:latin typeface="Arial"/>
                <a:ea typeface="Arial"/>
                <a:cs typeface="Arial"/>
              </a:rPr>
              <a:t>03 / 03</a:t>
            </a:r>
          </a:p>
        </p:txBody>
      </p:sp>
    </p:spTree>
    <p:extLst>
      <p:ext uri="{BB962C8B-B14F-4D97-AF65-F5344CB8AC3E}">
        <p14:creationId xmlns:p14="http://schemas.microsoft.com/office/powerpoint/2010/main" val="253857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4D53867B-FA9D-4B72-A58B-ACADF50ABDF2}"/>
              </a:ext>
            </a:extLst>
          </p:cNvPr>
          <p:cNvSpPr>
            <a:spLocks noGrp="1"/>
          </p:cNvSpPr>
          <p:nvPr/>
        </p:nvSpPr>
        <p:spPr>
          <a:xfrm>
            <a:off x="647700" y="400050"/>
            <a:ext cx="4762500" cy="266700"/>
          </a:xfrm>
          <a:prstGeom prst="rect">
            <a:avLst/>
          </a:prstGeom>
          <a:noFill/>
          <a:ln w="0">
            <a:noFill/>
            <a:prstDash val="solid"/>
          </a:ln>
        </p:spPr>
        <p:txBody>
          <a:bodyPr anchor="ctr"/>
          <a:lstStyle>
            <a:defPPr algn="l">
              <a:defRPr sz="1125" b="1">
                <a:solidFill>
                  <a:srgbClr val="48685C"/>
                </a:solidFill>
              </a:defRPr>
            </a:defPPr>
            <a:lvl1pPr algn="l">
              <a:defRPr sz="1125" b="1">
                <a:solidFill>
                  <a:srgbClr val="48685C"/>
                </a:solidFill>
              </a:defRPr>
            </a:lvl1pPr>
            <a:lvl2pPr algn="l">
              <a:defRPr sz="1125" b="1">
                <a:solidFill>
                  <a:srgbClr val="48685C"/>
                </a:solidFill>
              </a:defRPr>
            </a:lvl2pPr>
            <a:lvl3pPr algn="l">
              <a:defRPr sz="1125" b="1">
                <a:solidFill>
                  <a:srgbClr val="48685C"/>
                </a:solidFill>
              </a:defRPr>
            </a:lvl3pPr>
            <a:lvl4pPr algn="l">
              <a:defRPr sz="1125" b="1">
                <a:solidFill>
                  <a:srgbClr val="48685C"/>
                </a:solidFill>
              </a:defRPr>
            </a:lvl4pPr>
            <a:lvl5pPr algn="l">
              <a:defRPr sz="1125" b="1">
                <a:solidFill>
                  <a:srgbClr val="48685C"/>
                </a:solidFill>
              </a:defRPr>
            </a:lvl5pPr>
            <a:lvl6pPr algn="l">
              <a:defRPr sz="1125" b="1">
                <a:solidFill>
                  <a:srgbClr val="48685C"/>
                </a:solidFill>
              </a:defRPr>
            </a:lvl6pPr>
            <a:lvl7pPr algn="l">
              <a:defRPr sz="1125" b="1">
                <a:solidFill>
                  <a:srgbClr val="48685C"/>
                </a:solidFill>
              </a:defRPr>
            </a:lvl7pPr>
            <a:lvl8pPr algn="l">
              <a:defRPr sz="1125" b="1">
                <a:solidFill>
                  <a:srgbClr val="48685C"/>
                </a:solidFill>
              </a:defRPr>
            </a:lvl8pPr>
            <a:lvl9pPr algn="l">
              <a:defRPr sz="1125" b="1">
                <a:solidFill>
                  <a:srgbClr val="48685C"/>
                </a:solidFill>
              </a:defRPr>
            </a:lvl9pPr>
          </a:lstStyle>
          <a:p>
            <a:pPr algn="l">
              <a:defRPr sz="1125" b="1">
                <a:solidFill>
                  <a:srgbClr val="48685C"/>
                </a:solidFill>
              </a:defRPr>
            </a:pPr>
            <a:r>
              <a:rPr sz="1125" b="1">
                <a:solidFill>
                  <a:srgbClr val="48685C"/>
                </a:solidFill>
              </a:rPr>
              <a:t>VALIDATION PLAN</a:t>
            </a:r>
          </a:p>
        </p:txBody>
      </p:sp>
      <p:sp>
        <p:nvSpPr>
          <p:cNvPr id="2" name="矩形 1">
            <a:extLst>
              <a:ext uri="{FF2B5EF4-FFF2-40B4-BE49-F238E27FC236}">
                <a16:creationId xmlns:a16="http://schemas.microsoft.com/office/drawing/2014/main" id="{D6AEF768-4179-44AE-BE56-9B843D18F5C4}"/>
              </a:ext>
            </a:extLst>
          </p:cNvPr>
          <p:cNvSpPr>
            <a:spLocks noGrp="1"/>
          </p:cNvSpPr>
          <p:nvPr/>
        </p:nvSpPr>
        <p:spPr>
          <a:xfrm>
            <a:off x="647700" y="819150"/>
            <a:ext cx="10896600" cy="685800"/>
          </a:xfrm>
          <a:prstGeom prst="rect">
            <a:avLst/>
          </a:prstGeom>
          <a:noFill/>
          <a:ln w="0">
            <a:noFill/>
            <a:prstDash val="solid"/>
          </a:ln>
        </p:spPr>
        <p:txBody>
          <a:bodyPr anchor="ctr"/>
          <a:lstStyle>
            <a:defPPr algn="l">
              <a:defRPr sz="3150" b="1">
                <a:solidFill>
                  <a:srgbClr val="1F2925"/>
                </a:solidFill>
              </a:defRPr>
            </a:defPPr>
            <a:lvl1pPr algn="l">
              <a:defRPr sz="3150" b="1">
                <a:solidFill>
                  <a:srgbClr val="1F2925"/>
                </a:solidFill>
              </a:defRPr>
            </a:lvl1pPr>
            <a:lvl2pPr algn="l">
              <a:defRPr sz="3150" b="1">
                <a:solidFill>
                  <a:srgbClr val="1F2925"/>
                </a:solidFill>
              </a:defRPr>
            </a:lvl2pPr>
            <a:lvl3pPr algn="l">
              <a:defRPr sz="3150" b="1">
                <a:solidFill>
                  <a:srgbClr val="1F2925"/>
                </a:solidFill>
              </a:defRPr>
            </a:lvl3pPr>
            <a:lvl4pPr algn="l">
              <a:defRPr sz="3150" b="1">
                <a:solidFill>
                  <a:srgbClr val="1F2925"/>
                </a:solidFill>
              </a:defRPr>
            </a:lvl4pPr>
            <a:lvl5pPr algn="l">
              <a:defRPr sz="3150" b="1">
                <a:solidFill>
                  <a:srgbClr val="1F2925"/>
                </a:solidFill>
              </a:defRPr>
            </a:lvl5pPr>
            <a:lvl6pPr algn="l">
              <a:defRPr sz="3150" b="1">
                <a:solidFill>
                  <a:srgbClr val="1F2925"/>
                </a:solidFill>
              </a:defRPr>
            </a:lvl6pPr>
            <a:lvl7pPr algn="l">
              <a:defRPr sz="3150" b="1">
                <a:solidFill>
                  <a:srgbClr val="1F2925"/>
                </a:solidFill>
              </a:defRPr>
            </a:lvl7pPr>
            <a:lvl8pPr algn="l">
              <a:defRPr sz="3150" b="1">
                <a:solidFill>
                  <a:srgbClr val="1F2925"/>
                </a:solidFill>
              </a:defRPr>
            </a:lvl8pPr>
            <a:lvl9pPr algn="l">
              <a:defRPr sz="3150" b="1">
                <a:solidFill>
                  <a:srgbClr val="1F2925"/>
                </a:solidFill>
              </a:defRPr>
            </a:lvl9pPr>
          </a:lstStyle>
          <a:p>
            <a:pPr algn="l">
              <a:defRPr sz="3150" b="1">
                <a:solidFill>
                  <a:srgbClr val="1F2925"/>
                </a:solidFill>
              </a:defRPr>
            </a:pPr>
            <a:r>
              <a:rPr sz="3150" b="1">
                <a:solidFill>
                  <a:srgbClr val="1F2925"/>
                </a:solidFill>
              </a:rPr>
              <a:t>Next: validate the value with real cafés</a:t>
            </a:r>
          </a:p>
        </p:txBody>
      </p:sp>
      <p:sp>
        <p:nvSpPr>
          <p:cNvPr id="3" name="矩形 2">
            <a:extLst>
              <a:ext uri="{FF2B5EF4-FFF2-40B4-BE49-F238E27FC236}">
                <a16:creationId xmlns:a16="http://schemas.microsoft.com/office/drawing/2014/main" id="{1197426D-ABE2-4A78-BD15-CBD0A8801242}"/>
              </a:ext>
            </a:extLst>
          </p:cNvPr>
          <p:cNvSpPr>
            <a:spLocks noGrp="1"/>
          </p:cNvSpPr>
          <p:nvPr/>
        </p:nvSpPr>
        <p:spPr>
          <a:xfrm>
            <a:off x="647700" y="6334125"/>
            <a:ext cx="10896600" cy="9525"/>
          </a:xfrm>
          <a:prstGeom prst="rect">
            <a:avLst/>
          </a:prstGeom>
          <a:solidFill>
            <a:srgbClr val="C9D1CA"/>
          </a:solidFill>
          <a:ln w="0">
            <a:noFill/>
            <a:prstDash val="solid"/>
          </a:ln>
        </p:spPr>
      </p:sp>
      <p:sp>
        <p:nvSpPr>
          <p:cNvPr id="4" name="矩形 3">
            <a:extLst>
              <a:ext uri="{FF2B5EF4-FFF2-40B4-BE49-F238E27FC236}">
                <a16:creationId xmlns:a16="http://schemas.microsoft.com/office/drawing/2014/main" id="{8EE184E5-9EBE-40A8-874F-0654FF16B467}"/>
              </a:ext>
            </a:extLst>
          </p:cNvPr>
          <p:cNvSpPr>
            <a:spLocks noGrp="1"/>
          </p:cNvSpPr>
          <p:nvPr/>
        </p:nvSpPr>
        <p:spPr>
          <a:xfrm>
            <a:off x="10972800" y="6419850"/>
            <a:ext cx="571500" cy="228600"/>
          </a:xfrm>
          <a:prstGeom prst="rect">
            <a:avLst/>
          </a:prstGeom>
          <a:noFill/>
          <a:ln w="0">
            <a:noFill/>
            <a:prstDash val="solid"/>
          </a:ln>
        </p:spPr>
        <p:txBody>
          <a:bodyPr anchor="ctr"/>
          <a:lstStyle>
            <a:defPPr algn="r">
              <a:defRPr sz="1050" b="1">
                <a:solidFill>
                  <a:srgbClr val="66716B"/>
                </a:solidFill>
              </a:defRPr>
            </a:defPPr>
            <a:lvl1pPr algn="r">
              <a:defRPr sz="1050" b="1">
                <a:solidFill>
                  <a:srgbClr val="66716B"/>
                </a:solidFill>
              </a:defRPr>
            </a:lvl1pPr>
            <a:lvl2pPr algn="r">
              <a:defRPr sz="1050" b="1">
                <a:solidFill>
                  <a:srgbClr val="66716B"/>
                </a:solidFill>
              </a:defRPr>
            </a:lvl2pPr>
            <a:lvl3pPr algn="r">
              <a:defRPr sz="1050" b="1">
                <a:solidFill>
                  <a:srgbClr val="66716B"/>
                </a:solidFill>
              </a:defRPr>
            </a:lvl3pPr>
            <a:lvl4pPr algn="r">
              <a:defRPr sz="1050" b="1">
                <a:solidFill>
                  <a:srgbClr val="66716B"/>
                </a:solidFill>
              </a:defRPr>
            </a:lvl4pPr>
            <a:lvl5pPr algn="r">
              <a:defRPr sz="1050" b="1">
                <a:solidFill>
                  <a:srgbClr val="66716B"/>
                </a:solidFill>
              </a:defRPr>
            </a:lvl5pPr>
            <a:lvl6pPr algn="r">
              <a:defRPr sz="1050" b="1">
                <a:solidFill>
                  <a:srgbClr val="66716B"/>
                </a:solidFill>
              </a:defRPr>
            </a:lvl6pPr>
            <a:lvl7pPr algn="r">
              <a:defRPr sz="1050" b="1">
                <a:solidFill>
                  <a:srgbClr val="66716B"/>
                </a:solidFill>
              </a:defRPr>
            </a:lvl7pPr>
            <a:lvl8pPr algn="r">
              <a:defRPr sz="1050" b="1">
                <a:solidFill>
                  <a:srgbClr val="66716B"/>
                </a:solidFill>
              </a:defRPr>
            </a:lvl8pPr>
            <a:lvl9pPr algn="r">
              <a:defRPr sz="1050" b="1">
                <a:solidFill>
                  <a:srgbClr val="66716B"/>
                </a:solidFill>
              </a:defRPr>
            </a:lvl9pPr>
          </a:lstStyle>
          <a:p>
            <a:pPr algn="r">
              <a:defRPr sz="1050" b="1">
                <a:solidFill>
                  <a:srgbClr val="66716B"/>
                </a:solidFill>
              </a:defRPr>
            </a:pPr>
            <a:r>
              <a:rPr sz="1050" b="1">
                <a:solidFill>
                  <a:srgbClr val="66716B"/>
                </a:solidFill>
              </a:rPr>
              <a:t>08</a:t>
            </a:r>
          </a:p>
        </p:txBody>
      </p:sp>
      <p:sp>
        <p:nvSpPr>
          <p:cNvPr id="5" name="矩形 4">
            <a:extLst>
              <a:ext uri="{FF2B5EF4-FFF2-40B4-BE49-F238E27FC236}">
                <a16:creationId xmlns:a16="http://schemas.microsoft.com/office/drawing/2014/main" id="{7FEB9E3C-4C3D-40A2-AC1D-50EEA7631981}"/>
              </a:ext>
            </a:extLst>
          </p:cNvPr>
          <p:cNvSpPr>
            <a:spLocks noGrp="1"/>
          </p:cNvSpPr>
          <p:nvPr/>
        </p:nvSpPr>
        <p:spPr>
          <a:xfrm>
            <a:off x="647700" y="1600200"/>
            <a:ext cx="10668000" cy="787400"/>
          </a:xfrm>
          <a:prstGeom prst="rect">
            <a:avLst/>
          </a:prstGeom>
          <a:noFill/>
          <a:ln w="0">
            <a:noFill/>
            <a:prstDash val="solid"/>
          </a:ln>
        </p:spPr>
        <p:txBody>
          <a:bodyPr anchor="ctr"/>
          <a:lstStyle>
            <a:defPPr algn="l">
              <a:defRPr sz="1725" b="0">
                <a:solidFill>
                  <a:srgbClr val="66716B"/>
                </a:solidFill>
              </a:defRPr>
            </a:defPPr>
            <a:lvl1pPr algn="l">
              <a:defRPr sz="1725" b="0">
                <a:solidFill>
                  <a:srgbClr val="66716B"/>
                </a:solidFill>
              </a:defRPr>
            </a:lvl1pPr>
            <a:lvl2pPr algn="l">
              <a:defRPr sz="1725" b="0">
                <a:solidFill>
                  <a:srgbClr val="66716B"/>
                </a:solidFill>
              </a:defRPr>
            </a:lvl2pPr>
            <a:lvl3pPr algn="l">
              <a:defRPr sz="1725" b="0">
                <a:solidFill>
                  <a:srgbClr val="66716B"/>
                </a:solidFill>
              </a:defRPr>
            </a:lvl3pPr>
            <a:lvl4pPr algn="l">
              <a:defRPr sz="1725" b="0">
                <a:solidFill>
                  <a:srgbClr val="66716B"/>
                </a:solidFill>
              </a:defRPr>
            </a:lvl4pPr>
            <a:lvl5pPr algn="l">
              <a:defRPr sz="1725" b="0">
                <a:solidFill>
                  <a:srgbClr val="66716B"/>
                </a:solidFill>
              </a:defRPr>
            </a:lvl5pPr>
            <a:lvl6pPr algn="l">
              <a:defRPr sz="1725" b="0">
                <a:solidFill>
                  <a:srgbClr val="66716B"/>
                </a:solidFill>
              </a:defRPr>
            </a:lvl6pPr>
            <a:lvl7pPr algn="l">
              <a:defRPr sz="1725" b="0">
                <a:solidFill>
                  <a:srgbClr val="66716B"/>
                </a:solidFill>
              </a:defRPr>
            </a:lvl7pPr>
            <a:lvl8pPr algn="l">
              <a:defRPr sz="1725" b="0">
                <a:solidFill>
                  <a:srgbClr val="66716B"/>
                </a:solidFill>
              </a:defRPr>
            </a:lvl8pPr>
            <a:lvl9pPr algn="l">
              <a:defRPr sz="1725" b="0">
                <a:solidFill>
                  <a:srgbClr val="66716B"/>
                </a:solidFill>
              </a:defRPr>
            </a:lvl9pPr>
          </a:lstStyle>
          <a:p>
            <a:pPr algn="l">
              <a:defRPr sz="1725" b="0">
                <a:solidFill>
                  <a:srgbClr val="66716B"/>
                </a:solidFill>
              </a:defRPr>
            </a:pPr>
            <a:r>
              <a:rPr sz="1725" b="0">
                <a:solidFill>
                  <a:srgbClr val="66716B"/>
                </a:solidFill>
              </a:rPr>
              <a:t>Move from “the workflow runs” to “the team trusts it every day” through a small pilot.</a:t>
            </a:r>
          </a:p>
          <a:p>
            <a:pPr algn="l">
              <a:defRPr sz="1725" b="0">
                <a:solidFill>
                  <a:srgbClr val="66716B"/>
                </a:solidFill>
              </a:defRPr>
            </a:pPr>
            <a:r>
              <a:rPr sz="1725" b="0">
                <a:solidFill>
                  <a:srgbClr val="66716B"/>
                </a:solidFill>
              </a:rPr>
              <a:t>Hardest risk: a café with no clean POS history. Fallback: synthetic history plus owner-edited quantities, so the journey still runs on day one.</a:t>
            </a:r>
          </a:p>
        </p:txBody>
      </p:sp>
      <p:sp>
        <p:nvSpPr>
          <p:cNvPr id="6" name="矩形 5">
            <a:extLst>
              <a:ext uri="{FF2B5EF4-FFF2-40B4-BE49-F238E27FC236}">
                <a16:creationId xmlns:a16="http://schemas.microsoft.com/office/drawing/2014/main" id="{E2B6C3B0-FBC7-401A-AD3E-CA9DF771A526}"/>
              </a:ext>
            </a:extLst>
          </p:cNvPr>
          <p:cNvSpPr>
            <a:spLocks noGrp="1"/>
          </p:cNvSpPr>
          <p:nvPr/>
        </p:nvSpPr>
        <p:spPr>
          <a:xfrm>
            <a:off x="723900" y="2400300"/>
            <a:ext cx="666750" cy="333375"/>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01</a:t>
            </a:r>
          </a:p>
        </p:txBody>
      </p:sp>
      <p:sp>
        <p:nvSpPr>
          <p:cNvPr id="7" name="矩形 6">
            <a:extLst>
              <a:ext uri="{FF2B5EF4-FFF2-40B4-BE49-F238E27FC236}">
                <a16:creationId xmlns:a16="http://schemas.microsoft.com/office/drawing/2014/main" id="{3B39B308-3062-49C8-94E2-B1015708EBB0}"/>
              </a:ext>
            </a:extLst>
          </p:cNvPr>
          <p:cNvSpPr>
            <a:spLocks noGrp="1"/>
          </p:cNvSpPr>
          <p:nvPr/>
        </p:nvSpPr>
        <p:spPr>
          <a:xfrm>
            <a:off x="1581150" y="2400300"/>
            <a:ext cx="2952750" cy="34290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Connect real history</a:t>
            </a:r>
          </a:p>
        </p:txBody>
      </p:sp>
      <p:sp>
        <p:nvSpPr>
          <p:cNvPr id="8" name="矩形 7">
            <a:extLst>
              <a:ext uri="{FF2B5EF4-FFF2-40B4-BE49-F238E27FC236}">
                <a16:creationId xmlns:a16="http://schemas.microsoft.com/office/drawing/2014/main" id="{56FC5FDF-2535-4C04-97FD-4ACE1B741D36}"/>
              </a:ext>
            </a:extLst>
          </p:cNvPr>
          <p:cNvSpPr>
            <a:spLocks noGrp="1"/>
          </p:cNvSpPr>
          <p:nvPr/>
        </p:nvSpPr>
        <p:spPr>
          <a:xfrm>
            <a:off x="4667250" y="2400300"/>
            <a:ext cx="619125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With café permission, organize POS sales, recipes and stock records</a:t>
            </a:r>
          </a:p>
        </p:txBody>
      </p:sp>
      <p:sp>
        <p:nvSpPr>
          <p:cNvPr id="9" name="矩形 8">
            <a:extLst>
              <a:ext uri="{FF2B5EF4-FFF2-40B4-BE49-F238E27FC236}">
                <a16:creationId xmlns:a16="http://schemas.microsoft.com/office/drawing/2014/main" id="{639ABA97-3299-4653-82A9-AC065DE86DEB}"/>
              </a:ext>
            </a:extLst>
          </p:cNvPr>
          <p:cNvSpPr>
            <a:spLocks noGrp="1"/>
          </p:cNvSpPr>
          <p:nvPr/>
        </p:nvSpPr>
        <p:spPr>
          <a:xfrm>
            <a:off x="1581150" y="2943225"/>
            <a:ext cx="9144000" cy="9525"/>
          </a:xfrm>
          <a:prstGeom prst="rect">
            <a:avLst/>
          </a:prstGeom>
          <a:solidFill>
            <a:srgbClr val="C9D1CA"/>
          </a:solidFill>
          <a:ln w="0">
            <a:noFill/>
            <a:prstDash val="solid"/>
          </a:ln>
        </p:spPr>
      </p:sp>
      <p:sp>
        <p:nvSpPr>
          <p:cNvPr id="10" name="矩形 9">
            <a:extLst>
              <a:ext uri="{FF2B5EF4-FFF2-40B4-BE49-F238E27FC236}">
                <a16:creationId xmlns:a16="http://schemas.microsoft.com/office/drawing/2014/main" id="{5A08596C-0FD0-4C41-86C8-DF102494E48E}"/>
              </a:ext>
            </a:extLst>
          </p:cNvPr>
          <p:cNvSpPr>
            <a:spLocks noGrp="1"/>
          </p:cNvSpPr>
          <p:nvPr/>
        </p:nvSpPr>
        <p:spPr>
          <a:xfrm>
            <a:off x="723900" y="3181350"/>
            <a:ext cx="666750" cy="333375"/>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02</a:t>
            </a:r>
          </a:p>
        </p:txBody>
      </p:sp>
      <p:sp>
        <p:nvSpPr>
          <p:cNvPr id="11" name="矩形 10">
            <a:extLst>
              <a:ext uri="{FF2B5EF4-FFF2-40B4-BE49-F238E27FC236}">
                <a16:creationId xmlns:a16="http://schemas.microsoft.com/office/drawing/2014/main" id="{FF2E3AE4-CF0C-4591-B4B0-2B6468163887}"/>
              </a:ext>
            </a:extLst>
          </p:cNvPr>
          <p:cNvSpPr>
            <a:spLocks noGrp="1"/>
          </p:cNvSpPr>
          <p:nvPr/>
        </p:nvSpPr>
        <p:spPr>
          <a:xfrm>
            <a:off x="1581150" y="3181350"/>
            <a:ext cx="2952750" cy="34290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Compare forecasts</a:t>
            </a:r>
          </a:p>
        </p:txBody>
      </p:sp>
      <p:sp>
        <p:nvSpPr>
          <p:cNvPr id="12" name="矩形 11">
            <a:extLst>
              <a:ext uri="{FF2B5EF4-FFF2-40B4-BE49-F238E27FC236}">
                <a16:creationId xmlns:a16="http://schemas.microsoft.com/office/drawing/2014/main" id="{955C6886-8A31-47BF-B032-B1EBE620BDCE}"/>
              </a:ext>
            </a:extLst>
          </p:cNvPr>
          <p:cNvSpPr>
            <a:spLocks noGrp="1"/>
          </p:cNvSpPr>
          <p:nvPr/>
        </p:nvSpPr>
        <p:spPr>
          <a:xfrm>
            <a:off x="4667250" y="3181350"/>
            <a:ext cx="619125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Measure item-level error and review stockouts and over-ordering</a:t>
            </a:r>
          </a:p>
        </p:txBody>
      </p:sp>
      <p:sp>
        <p:nvSpPr>
          <p:cNvPr id="13" name="矩形 12">
            <a:extLst>
              <a:ext uri="{FF2B5EF4-FFF2-40B4-BE49-F238E27FC236}">
                <a16:creationId xmlns:a16="http://schemas.microsoft.com/office/drawing/2014/main" id="{6360F1E0-AAD3-488E-94F4-17D453CBEFF3}"/>
              </a:ext>
            </a:extLst>
          </p:cNvPr>
          <p:cNvSpPr>
            <a:spLocks noGrp="1"/>
          </p:cNvSpPr>
          <p:nvPr/>
        </p:nvSpPr>
        <p:spPr>
          <a:xfrm>
            <a:off x="1581150" y="3724275"/>
            <a:ext cx="9144000" cy="9525"/>
          </a:xfrm>
          <a:prstGeom prst="rect">
            <a:avLst/>
          </a:prstGeom>
          <a:solidFill>
            <a:srgbClr val="C9D1CA"/>
          </a:solidFill>
          <a:ln w="0">
            <a:noFill/>
            <a:prstDash val="solid"/>
          </a:ln>
        </p:spPr>
      </p:sp>
      <p:sp>
        <p:nvSpPr>
          <p:cNvPr id="14" name="矩形 13">
            <a:extLst>
              <a:ext uri="{FF2B5EF4-FFF2-40B4-BE49-F238E27FC236}">
                <a16:creationId xmlns:a16="http://schemas.microsoft.com/office/drawing/2014/main" id="{8AAE9EFF-A4AF-4BBB-B9E6-874616DF761F}"/>
              </a:ext>
            </a:extLst>
          </p:cNvPr>
          <p:cNvSpPr>
            <a:spLocks noGrp="1"/>
          </p:cNvSpPr>
          <p:nvPr/>
        </p:nvSpPr>
        <p:spPr>
          <a:xfrm>
            <a:off x="723900" y="3962400"/>
            <a:ext cx="666750" cy="333375"/>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03</a:t>
            </a:r>
          </a:p>
        </p:txBody>
      </p:sp>
      <p:sp>
        <p:nvSpPr>
          <p:cNvPr id="15" name="矩形 14">
            <a:extLst>
              <a:ext uri="{FF2B5EF4-FFF2-40B4-BE49-F238E27FC236}">
                <a16:creationId xmlns:a16="http://schemas.microsoft.com/office/drawing/2014/main" id="{B203D79C-EB54-4F5F-A407-FE783D4FF4FC}"/>
              </a:ext>
            </a:extLst>
          </p:cNvPr>
          <p:cNvSpPr>
            <a:spLocks noGrp="1"/>
          </p:cNvSpPr>
          <p:nvPr/>
        </p:nvSpPr>
        <p:spPr>
          <a:xfrm>
            <a:off x="1581150" y="3962400"/>
            <a:ext cx="2952750" cy="34290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Track operating impact</a:t>
            </a:r>
          </a:p>
        </p:txBody>
      </p:sp>
      <p:sp>
        <p:nvSpPr>
          <p:cNvPr id="16" name="矩形 15">
            <a:extLst>
              <a:ext uri="{FF2B5EF4-FFF2-40B4-BE49-F238E27FC236}">
                <a16:creationId xmlns:a16="http://schemas.microsoft.com/office/drawing/2014/main" id="{B3DD9146-9386-4086-A826-4B4714BBF1B5}"/>
              </a:ext>
            </a:extLst>
          </p:cNvPr>
          <p:cNvSpPr>
            <a:spLocks noGrp="1"/>
          </p:cNvSpPr>
          <p:nvPr/>
        </p:nvSpPr>
        <p:spPr>
          <a:xfrm>
            <a:off x="4667250" y="3962400"/>
            <a:ext cx="619125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Record prep time, waste changes and how often owners adjust orders</a:t>
            </a:r>
          </a:p>
        </p:txBody>
      </p:sp>
      <p:sp>
        <p:nvSpPr>
          <p:cNvPr id="17" name="矩形 16">
            <a:extLst>
              <a:ext uri="{FF2B5EF4-FFF2-40B4-BE49-F238E27FC236}">
                <a16:creationId xmlns:a16="http://schemas.microsoft.com/office/drawing/2014/main" id="{ACB88F48-DE70-4C57-A60C-DDF900FAA736}"/>
              </a:ext>
            </a:extLst>
          </p:cNvPr>
          <p:cNvSpPr>
            <a:spLocks noGrp="1"/>
          </p:cNvSpPr>
          <p:nvPr/>
        </p:nvSpPr>
        <p:spPr>
          <a:xfrm>
            <a:off x="1581150" y="4505325"/>
            <a:ext cx="9144000" cy="9525"/>
          </a:xfrm>
          <a:prstGeom prst="rect">
            <a:avLst/>
          </a:prstGeom>
          <a:solidFill>
            <a:srgbClr val="C9D1CA"/>
          </a:solidFill>
          <a:ln w="0">
            <a:noFill/>
            <a:prstDash val="solid"/>
          </a:ln>
        </p:spPr>
      </p:sp>
      <p:sp>
        <p:nvSpPr>
          <p:cNvPr id="18" name="矩形 17">
            <a:extLst>
              <a:ext uri="{FF2B5EF4-FFF2-40B4-BE49-F238E27FC236}">
                <a16:creationId xmlns:a16="http://schemas.microsoft.com/office/drawing/2014/main" id="{F00B7669-CFBB-4778-A134-E2D13E75C778}"/>
              </a:ext>
            </a:extLst>
          </p:cNvPr>
          <p:cNvSpPr>
            <a:spLocks noGrp="1"/>
          </p:cNvSpPr>
          <p:nvPr/>
        </p:nvSpPr>
        <p:spPr>
          <a:xfrm>
            <a:off x="723900" y="4743450"/>
            <a:ext cx="666750" cy="333375"/>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04</a:t>
            </a:r>
          </a:p>
        </p:txBody>
      </p:sp>
      <p:sp>
        <p:nvSpPr>
          <p:cNvPr id="19" name="矩形 18">
            <a:extLst>
              <a:ext uri="{FF2B5EF4-FFF2-40B4-BE49-F238E27FC236}">
                <a16:creationId xmlns:a16="http://schemas.microsoft.com/office/drawing/2014/main" id="{10CD8E77-C59E-4828-8BA1-75E12CFBD888}"/>
              </a:ext>
            </a:extLst>
          </p:cNvPr>
          <p:cNvSpPr>
            <a:spLocks noGrp="1"/>
          </p:cNvSpPr>
          <p:nvPr/>
        </p:nvSpPr>
        <p:spPr>
          <a:xfrm>
            <a:off x="1581150" y="4743450"/>
            <a:ext cx="2952750" cy="34290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Expand only after proof</a:t>
            </a:r>
          </a:p>
        </p:txBody>
      </p:sp>
      <p:sp>
        <p:nvSpPr>
          <p:cNvPr id="20" name="矩形 19">
            <a:extLst>
              <a:ext uri="{FF2B5EF4-FFF2-40B4-BE49-F238E27FC236}">
                <a16:creationId xmlns:a16="http://schemas.microsoft.com/office/drawing/2014/main" id="{8C2AAF8B-B370-4A41-B14D-AA8C796CA536}"/>
              </a:ext>
            </a:extLst>
          </p:cNvPr>
          <p:cNvSpPr>
            <a:spLocks noGrp="1"/>
          </p:cNvSpPr>
          <p:nvPr/>
        </p:nvSpPr>
        <p:spPr>
          <a:xfrm>
            <a:off x="4667250" y="4743450"/>
            <a:ext cx="619125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Test in a few cafés before adding more items or locations</a:t>
            </a:r>
          </a:p>
        </p:txBody>
      </p:sp>
      <p:sp>
        <p:nvSpPr>
          <p:cNvPr id="21" name="矩形 20">
            <a:extLst>
              <a:ext uri="{FF2B5EF4-FFF2-40B4-BE49-F238E27FC236}">
                <a16:creationId xmlns:a16="http://schemas.microsoft.com/office/drawing/2014/main" id="{175E9D2B-0450-42D3-800A-28EBA976276C}"/>
              </a:ext>
            </a:extLst>
          </p:cNvPr>
          <p:cNvSpPr>
            <a:spLocks noGrp="1"/>
          </p:cNvSpPr>
          <p:nvPr/>
        </p:nvSpPr>
        <p:spPr>
          <a:xfrm>
            <a:off x="723900" y="5791200"/>
            <a:ext cx="10382250" cy="361950"/>
          </a:xfrm>
          <a:prstGeom prst="rect">
            <a:avLst/>
          </a:prstGeom>
          <a:noFill/>
          <a:ln w="0">
            <a:noFill/>
            <a:prstDash val="solid"/>
          </a:ln>
        </p:spPr>
        <p:txBody>
          <a:bodyPr anchor="ctr"/>
          <a:lstStyle>
            <a:defPPr algn="l">
              <a:defRPr sz="1425" b="1">
                <a:solidFill>
                  <a:srgbClr val="48685C"/>
                </a:solidFill>
              </a:defRPr>
            </a:defPPr>
            <a:lvl1pPr algn="l">
              <a:defRPr sz="1425" b="1">
                <a:solidFill>
                  <a:srgbClr val="48685C"/>
                </a:solidFill>
              </a:defRPr>
            </a:lvl1pPr>
            <a:lvl2pPr algn="l">
              <a:defRPr sz="1425" b="1">
                <a:solidFill>
                  <a:srgbClr val="48685C"/>
                </a:solidFill>
              </a:defRPr>
            </a:lvl2pPr>
            <a:lvl3pPr algn="l">
              <a:defRPr sz="1425" b="1">
                <a:solidFill>
                  <a:srgbClr val="48685C"/>
                </a:solidFill>
              </a:defRPr>
            </a:lvl3pPr>
            <a:lvl4pPr algn="l">
              <a:defRPr sz="1425" b="1">
                <a:solidFill>
                  <a:srgbClr val="48685C"/>
                </a:solidFill>
              </a:defRPr>
            </a:lvl4pPr>
            <a:lvl5pPr algn="l">
              <a:defRPr sz="1425" b="1">
                <a:solidFill>
                  <a:srgbClr val="48685C"/>
                </a:solidFill>
              </a:defRPr>
            </a:lvl5pPr>
            <a:lvl6pPr algn="l">
              <a:defRPr sz="1425" b="1">
                <a:solidFill>
                  <a:srgbClr val="48685C"/>
                </a:solidFill>
              </a:defRPr>
            </a:lvl6pPr>
            <a:lvl7pPr algn="l">
              <a:defRPr sz="1425" b="1">
                <a:solidFill>
                  <a:srgbClr val="48685C"/>
                </a:solidFill>
              </a:defRPr>
            </a:lvl7pPr>
            <a:lvl8pPr algn="l">
              <a:defRPr sz="1425" b="1">
                <a:solidFill>
                  <a:srgbClr val="48685C"/>
                </a:solidFill>
              </a:defRPr>
            </a:lvl8pPr>
            <a:lvl9pPr algn="l">
              <a:defRPr sz="1425" b="1">
                <a:solidFill>
                  <a:srgbClr val="48685C"/>
                </a:solidFill>
              </a:defRPr>
            </a:lvl9pPr>
          </a:lstStyle>
          <a:p>
            <a:pPr algn="l">
              <a:defRPr sz="1425" b="1">
                <a:solidFill>
                  <a:srgbClr val="48685C"/>
                </a:solidFill>
              </a:defRPr>
            </a:pPr>
            <a:r>
              <a:rPr sz="1425" b="1">
                <a:solidFill>
                  <a:srgbClr val="48685C"/>
                </a:solidFill>
              </a:rPr>
              <a:t>Seeking: Kuala Lumpur pilot cafés  ·  POS / inventory partners  ·  operator feedback</a:t>
            </a:r>
          </a:p>
        </p:txBody>
      </p:sp>
    </p:spTree>
    <p:extLst>
      <p:ext uri="{BB962C8B-B14F-4D97-AF65-F5344CB8AC3E}">
        <p14:creationId xmlns:p14="http://schemas.microsoft.com/office/powerpoint/2010/main" val="1170998242"/>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矩形 21">
            <a:extLst>
              <a:ext uri="{FF2B5EF4-FFF2-40B4-BE49-F238E27FC236}">
                <a16:creationId xmlns:a16="http://schemas.microsoft.com/office/drawing/2014/main" id="{4D53867B-FA9D-4B72-A58B-ACADF50ABDF2}"/>
              </a:ext>
            </a:extLst>
          </p:cNvPr>
          <p:cNvSpPr>
            <a:spLocks noGrp="1"/>
          </p:cNvSpPr>
          <p:nvPr/>
        </p:nvSpPr>
        <p:spPr>
          <a:xfrm>
            <a:off x="647700" y="400050"/>
            <a:ext cx="4762500" cy="266700"/>
          </a:xfrm>
          <a:prstGeom prst="rect">
            <a:avLst/>
          </a:prstGeom>
          <a:noFill/>
          <a:ln w="0">
            <a:noFill/>
            <a:prstDash val="solid"/>
          </a:ln>
        </p:spPr>
        <p:txBody>
          <a:bodyPr anchor="ctr"/>
          <a:lstStyle>
            <a:defPPr algn="l">
              <a:defRPr sz="1125" b="1">
                <a:solidFill>
                  <a:srgbClr val="48685C"/>
                </a:solidFill>
              </a:defRPr>
            </a:defPPr>
            <a:lvl1pPr algn="l">
              <a:defRPr sz="1125" b="1">
                <a:solidFill>
                  <a:srgbClr val="48685C"/>
                </a:solidFill>
              </a:defRPr>
            </a:lvl1pPr>
            <a:lvl2pPr algn="l">
              <a:defRPr sz="1125" b="1">
                <a:solidFill>
                  <a:srgbClr val="48685C"/>
                </a:solidFill>
              </a:defRPr>
            </a:lvl2pPr>
            <a:lvl3pPr algn="l">
              <a:defRPr sz="1125" b="1">
                <a:solidFill>
                  <a:srgbClr val="48685C"/>
                </a:solidFill>
              </a:defRPr>
            </a:lvl3pPr>
            <a:lvl4pPr algn="l">
              <a:defRPr sz="1125" b="1">
                <a:solidFill>
                  <a:srgbClr val="48685C"/>
                </a:solidFill>
              </a:defRPr>
            </a:lvl4pPr>
            <a:lvl5pPr algn="l">
              <a:defRPr sz="1125" b="1">
                <a:solidFill>
                  <a:srgbClr val="48685C"/>
                </a:solidFill>
              </a:defRPr>
            </a:lvl5pPr>
            <a:lvl6pPr algn="l">
              <a:defRPr sz="1125" b="1">
                <a:solidFill>
                  <a:srgbClr val="48685C"/>
                </a:solidFill>
              </a:defRPr>
            </a:lvl6pPr>
            <a:lvl7pPr algn="l">
              <a:defRPr sz="1125" b="1">
                <a:solidFill>
                  <a:srgbClr val="48685C"/>
                </a:solidFill>
              </a:defRPr>
            </a:lvl7pPr>
            <a:lvl8pPr algn="l">
              <a:defRPr sz="1125" b="1">
                <a:solidFill>
                  <a:srgbClr val="48685C"/>
                </a:solidFill>
              </a:defRPr>
            </a:lvl8pPr>
            <a:lvl9pPr algn="l">
              <a:defRPr sz="1125" b="1">
                <a:solidFill>
                  <a:srgbClr val="48685C"/>
                </a:solidFill>
              </a:defRPr>
            </a:lvl9pPr>
          </a:lstStyle>
          <a:p>
            <a:pPr algn="l">
              <a:defRPr sz="1125" b="1">
                <a:solidFill>
                  <a:srgbClr val="48685C"/>
                </a:solidFill>
              </a:defRPr>
            </a:pPr>
            <a:r>
              <a:rPr sz="1125" b="1">
                <a:solidFill>
                  <a:srgbClr val="48685C"/>
                </a:solidFill>
              </a:rPr>
              <a:t>EXPECTED BUSINESS BENEFIT</a:t>
            </a:r>
          </a:p>
        </p:txBody>
      </p:sp>
      <p:sp>
        <p:nvSpPr>
          <p:cNvPr id="2" name="矩形 1">
            <a:extLst>
              <a:ext uri="{FF2B5EF4-FFF2-40B4-BE49-F238E27FC236}">
                <a16:creationId xmlns:a16="http://schemas.microsoft.com/office/drawing/2014/main" id="{D6AEF768-4179-44AE-BE56-9B843D18F5C4}"/>
              </a:ext>
            </a:extLst>
          </p:cNvPr>
          <p:cNvSpPr>
            <a:spLocks noGrp="1"/>
          </p:cNvSpPr>
          <p:nvPr/>
        </p:nvSpPr>
        <p:spPr>
          <a:xfrm>
            <a:off x="647700" y="819150"/>
            <a:ext cx="10896600" cy="685800"/>
          </a:xfrm>
          <a:prstGeom prst="rect">
            <a:avLst/>
          </a:prstGeom>
          <a:noFill/>
          <a:ln w="0">
            <a:noFill/>
            <a:prstDash val="solid"/>
          </a:ln>
        </p:spPr>
        <p:txBody>
          <a:bodyPr anchor="ctr"/>
          <a:lstStyle>
            <a:defPPr algn="l">
              <a:defRPr sz="3150" b="1">
                <a:solidFill>
                  <a:srgbClr val="1F2925"/>
                </a:solidFill>
              </a:defRPr>
            </a:defPPr>
            <a:lvl1pPr algn="l">
              <a:defRPr sz="3150" b="1">
                <a:solidFill>
                  <a:srgbClr val="1F2925"/>
                </a:solidFill>
              </a:defRPr>
            </a:lvl1pPr>
            <a:lvl2pPr algn="l">
              <a:defRPr sz="3150" b="1">
                <a:solidFill>
                  <a:srgbClr val="1F2925"/>
                </a:solidFill>
              </a:defRPr>
            </a:lvl2pPr>
            <a:lvl3pPr algn="l">
              <a:defRPr sz="3150" b="1">
                <a:solidFill>
                  <a:srgbClr val="1F2925"/>
                </a:solidFill>
              </a:defRPr>
            </a:lvl3pPr>
            <a:lvl4pPr algn="l">
              <a:defRPr sz="3150" b="1">
                <a:solidFill>
                  <a:srgbClr val="1F2925"/>
                </a:solidFill>
              </a:defRPr>
            </a:lvl4pPr>
            <a:lvl5pPr algn="l">
              <a:defRPr sz="3150" b="1">
                <a:solidFill>
                  <a:srgbClr val="1F2925"/>
                </a:solidFill>
              </a:defRPr>
            </a:lvl5pPr>
            <a:lvl6pPr algn="l">
              <a:defRPr sz="3150" b="1">
                <a:solidFill>
                  <a:srgbClr val="1F2925"/>
                </a:solidFill>
              </a:defRPr>
            </a:lvl6pPr>
            <a:lvl7pPr algn="l">
              <a:defRPr sz="3150" b="1">
                <a:solidFill>
                  <a:srgbClr val="1F2925"/>
                </a:solidFill>
              </a:defRPr>
            </a:lvl7pPr>
            <a:lvl8pPr algn="l">
              <a:defRPr sz="3150" b="1">
                <a:solidFill>
                  <a:srgbClr val="1F2925"/>
                </a:solidFill>
              </a:defRPr>
            </a:lvl8pPr>
            <a:lvl9pPr algn="l">
              <a:defRPr sz="3150" b="1">
                <a:solidFill>
                  <a:srgbClr val="1F2925"/>
                </a:solidFill>
              </a:defRPr>
            </a:lvl9pPr>
          </a:lstStyle>
          <a:p>
            <a:pPr algn="l">
              <a:defRPr sz="3150" b="1">
                <a:solidFill>
                  <a:srgbClr val="1F2925"/>
                </a:solidFill>
              </a:defRPr>
            </a:pPr>
            <a:r>
              <a:rPr sz="3150" b="1">
                <a:solidFill>
                  <a:srgbClr val="1F2925"/>
                </a:solidFill>
              </a:rPr>
              <a:t>What changes in the closing routine</a:t>
            </a:r>
          </a:p>
        </p:txBody>
      </p:sp>
      <p:sp>
        <p:nvSpPr>
          <p:cNvPr id="3" name="矩形 2">
            <a:extLst>
              <a:ext uri="{FF2B5EF4-FFF2-40B4-BE49-F238E27FC236}">
                <a16:creationId xmlns:a16="http://schemas.microsoft.com/office/drawing/2014/main" id="{1197426D-ABE2-4A78-BD15-CBD0A8801242}"/>
              </a:ext>
            </a:extLst>
          </p:cNvPr>
          <p:cNvSpPr>
            <a:spLocks noGrp="1"/>
          </p:cNvSpPr>
          <p:nvPr/>
        </p:nvSpPr>
        <p:spPr>
          <a:xfrm>
            <a:off x="647700" y="6334125"/>
            <a:ext cx="10896600" cy="9525"/>
          </a:xfrm>
          <a:prstGeom prst="rect">
            <a:avLst/>
          </a:prstGeom>
          <a:solidFill>
            <a:srgbClr val="C9D1CA"/>
          </a:solidFill>
          <a:ln w="0">
            <a:noFill/>
            <a:prstDash val="solid"/>
          </a:ln>
        </p:spPr>
      </p:sp>
      <p:sp>
        <p:nvSpPr>
          <p:cNvPr id="4" name="矩形 3">
            <a:extLst>
              <a:ext uri="{FF2B5EF4-FFF2-40B4-BE49-F238E27FC236}">
                <a16:creationId xmlns:a16="http://schemas.microsoft.com/office/drawing/2014/main" id="{8EE184E5-9EBE-40A8-874F-0654FF16B467}"/>
              </a:ext>
            </a:extLst>
          </p:cNvPr>
          <p:cNvSpPr>
            <a:spLocks noGrp="1"/>
          </p:cNvSpPr>
          <p:nvPr/>
        </p:nvSpPr>
        <p:spPr>
          <a:xfrm>
            <a:off x="10972800" y="6419850"/>
            <a:ext cx="571500" cy="228600"/>
          </a:xfrm>
          <a:prstGeom prst="rect">
            <a:avLst/>
          </a:prstGeom>
          <a:noFill/>
          <a:ln w="0">
            <a:noFill/>
            <a:prstDash val="solid"/>
          </a:ln>
        </p:spPr>
        <p:txBody>
          <a:bodyPr anchor="ctr"/>
          <a:lstStyle>
            <a:defPPr algn="r">
              <a:defRPr sz="1050" b="1">
                <a:solidFill>
                  <a:srgbClr val="66716B"/>
                </a:solidFill>
              </a:defRPr>
            </a:defPPr>
            <a:lvl1pPr algn="r">
              <a:defRPr sz="1050" b="1">
                <a:solidFill>
                  <a:srgbClr val="66716B"/>
                </a:solidFill>
              </a:defRPr>
            </a:lvl1pPr>
            <a:lvl2pPr algn="r">
              <a:defRPr sz="1050" b="1">
                <a:solidFill>
                  <a:srgbClr val="66716B"/>
                </a:solidFill>
              </a:defRPr>
            </a:lvl2pPr>
            <a:lvl3pPr algn="r">
              <a:defRPr sz="1050" b="1">
                <a:solidFill>
                  <a:srgbClr val="66716B"/>
                </a:solidFill>
              </a:defRPr>
            </a:lvl3pPr>
            <a:lvl4pPr algn="r">
              <a:defRPr sz="1050" b="1">
                <a:solidFill>
                  <a:srgbClr val="66716B"/>
                </a:solidFill>
              </a:defRPr>
            </a:lvl4pPr>
            <a:lvl5pPr algn="r">
              <a:defRPr sz="1050" b="1">
                <a:solidFill>
                  <a:srgbClr val="66716B"/>
                </a:solidFill>
              </a:defRPr>
            </a:lvl5pPr>
            <a:lvl6pPr algn="r">
              <a:defRPr sz="1050" b="1">
                <a:solidFill>
                  <a:srgbClr val="66716B"/>
                </a:solidFill>
              </a:defRPr>
            </a:lvl6pPr>
            <a:lvl7pPr algn="r">
              <a:defRPr sz="1050" b="1">
                <a:solidFill>
                  <a:srgbClr val="66716B"/>
                </a:solidFill>
              </a:defRPr>
            </a:lvl7pPr>
            <a:lvl8pPr algn="r">
              <a:defRPr sz="1050" b="1">
                <a:solidFill>
                  <a:srgbClr val="66716B"/>
                </a:solidFill>
              </a:defRPr>
            </a:lvl8pPr>
            <a:lvl9pPr algn="r">
              <a:defRPr sz="1050" b="1">
                <a:solidFill>
                  <a:srgbClr val="66716B"/>
                </a:solidFill>
              </a:defRPr>
            </a:lvl9pPr>
          </a:lstStyle>
          <a:p>
            <a:pPr algn="r">
              <a:defRPr sz="1050" b="1">
                <a:solidFill>
                  <a:srgbClr val="66716B"/>
                </a:solidFill>
              </a:defRPr>
            </a:pPr>
            <a:r>
              <a:rPr sz="1050" b="1">
                <a:solidFill>
                  <a:srgbClr val="66716B"/>
                </a:solidFill>
              </a:rPr>
              <a:t>07</a:t>
            </a:r>
          </a:p>
        </p:txBody>
      </p:sp>
      <p:sp>
        <p:nvSpPr>
          <p:cNvPr id="5" name="矩形 4">
            <a:extLst>
              <a:ext uri="{FF2B5EF4-FFF2-40B4-BE49-F238E27FC236}">
                <a16:creationId xmlns:a16="http://schemas.microsoft.com/office/drawing/2014/main" id="{7FEB9E3C-4C3D-40A2-AC1D-50EEA7631981}"/>
              </a:ext>
            </a:extLst>
          </p:cNvPr>
          <p:cNvSpPr>
            <a:spLocks noGrp="1"/>
          </p:cNvSpPr>
          <p:nvPr/>
        </p:nvSpPr>
        <p:spPr>
          <a:xfrm>
            <a:off x="647700" y="1600200"/>
            <a:ext cx="10668000" cy="457200"/>
          </a:xfrm>
          <a:prstGeom prst="rect">
            <a:avLst/>
          </a:prstGeom>
          <a:noFill/>
          <a:ln w="0">
            <a:noFill/>
            <a:prstDash val="solid"/>
          </a:ln>
        </p:spPr>
        <p:txBody>
          <a:bodyPr anchor="ctr"/>
          <a:lstStyle>
            <a:defPPr algn="l">
              <a:defRPr sz="1725" b="0">
                <a:solidFill>
                  <a:srgbClr val="66716B"/>
                </a:solidFill>
              </a:defRPr>
            </a:defPPr>
            <a:lvl1pPr algn="l">
              <a:defRPr sz="1725" b="0">
                <a:solidFill>
                  <a:srgbClr val="66716B"/>
                </a:solidFill>
              </a:defRPr>
            </a:lvl1pPr>
            <a:lvl2pPr algn="l">
              <a:defRPr sz="1725" b="0">
                <a:solidFill>
                  <a:srgbClr val="66716B"/>
                </a:solidFill>
              </a:defRPr>
            </a:lvl2pPr>
            <a:lvl3pPr algn="l">
              <a:defRPr sz="1725" b="0">
                <a:solidFill>
                  <a:srgbClr val="66716B"/>
                </a:solidFill>
              </a:defRPr>
            </a:lvl3pPr>
            <a:lvl4pPr algn="l">
              <a:defRPr sz="1725" b="0">
                <a:solidFill>
                  <a:srgbClr val="66716B"/>
                </a:solidFill>
              </a:defRPr>
            </a:lvl4pPr>
            <a:lvl5pPr algn="l">
              <a:defRPr sz="1725" b="0">
                <a:solidFill>
                  <a:srgbClr val="66716B"/>
                </a:solidFill>
              </a:defRPr>
            </a:lvl5pPr>
            <a:lvl6pPr algn="l">
              <a:defRPr sz="1725" b="0">
                <a:solidFill>
                  <a:srgbClr val="66716B"/>
                </a:solidFill>
              </a:defRPr>
            </a:lvl6pPr>
            <a:lvl7pPr algn="l">
              <a:defRPr sz="1725" b="0">
                <a:solidFill>
                  <a:srgbClr val="66716B"/>
                </a:solidFill>
              </a:defRPr>
            </a:lvl7pPr>
            <a:lvl8pPr algn="l">
              <a:defRPr sz="1725" b="0">
                <a:solidFill>
                  <a:srgbClr val="66716B"/>
                </a:solidFill>
              </a:defRPr>
            </a:lvl8pPr>
            <a:lvl9pPr algn="l">
              <a:defRPr sz="1725" b="0">
                <a:solidFill>
                  <a:srgbClr val="66716B"/>
                </a:solidFill>
              </a:defRPr>
            </a:lvl9pPr>
          </a:lstStyle>
          <a:p>
            <a:pPr algn="l">
              <a:defRPr sz="1725" b="0">
                <a:solidFill>
                  <a:srgbClr val="66716B"/>
                </a:solidFill>
              </a:defRPr>
            </a:pPr>
            <a:r>
              <a:rPr sz="1725" b="0">
                <a:solidFill>
                  <a:srgbClr val="66716B"/>
                </a:solidFill>
              </a:rPr>
              <a:t>Pilot targets from the Preliminary Proposal. Expected benefits, not measured results.</a:t>
            </a:r>
          </a:p>
        </p:txBody>
      </p:sp>
      <p:sp>
        <p:nvSpPr>
          <p:cNvPr id="6" name="矩形 5">
            <a:extLst>
              <a:ext uri="{FF2B5EF4-FFF2-40B4-BE49-F238E27FC236}">
                <a16:creationId xmlns:a16="http://schemas.microsoft.com/office/drawing/2014/main" id="{E2B6C3B0-FBC7-401A-AD3E-CA9DF771A526}"/>
              </a:ext>
            </a:extLst>
          </p:cNvPr>
          <p:cNvSpPr>
            <a:spLocks noGrp="1"/>
          </p:cNvSpPr>
          <p:nvPr/>
        </p:nvSpPr>
        <p:spPr>
          <a:xfrm>
            <a:off x="723900" y="2400300"/>
            <a:ext cx="666750" cy="333375"/>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01</a:t>
            </a:r>
          </a:p>
        </p:txBody>
      </p:sp>
      <p:sp>
        <p:nvSpPr>
          <p:cNvPr id="7" name="矩形 6">
            <a:extLst>
              <a:ext uri="{FF2B5EF4-FFF2-40B4-BE49-F238E27FC236}">
                <a16:creationId xmlns:a16="http://schemas.microsoft.com/office/drawing/2014/main" id="{3B39B308-3062-49C8-94E2-B1015708EBB0}"/>
              </a:ext>
            </a:extLst>
          </p:cNvPr>
          <p:cNvSpPr>
            <a:spLocks noGrp="1"/>
          </p:cNvSpPr>
          <p:nvPr/>
        </p:nvSpPr>
        <p:spPr>
          <a:xfrm>
            <a:off x="1581150" y="2400300"/>
            <a:ext cx="2952750" cy="34290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Time saved</a:t>
            </a:r>
          </a:p>
        </p:txBody>
      </p:sp>
      <p:sp>
        <p:nvSpPr>
          <p:cNvPr id="8" name="矩形 7">
            <a:extLst>
              <a:ext uri="{FF2B5EF4-FFF2-40B4-BE49-F238E27FC236}">
                <a16:creationId xmlns:a16="http://schemas.microsoft.com/office/drawing/2014/main" id="{56FC5FDF-2535-4C04-97FD-4ACE1B741D36}"/>
              </a:ext>
            </a:extLst>
          </p:cNvPr>
          <p:cNvSpPr>
            <a:spLocks noGrp="1"/>
          </p:cNvSpPr>
          <p:nvPr/>
        </p:nvSpPr>
        <p:spPr>
          <a:xfrm>
            <a:off x="4667250" y="2400300"/>
            <a:ext cx="619125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Weather, stock and order steps collapse into one reviewed screen instead of three lookups</a:t>
            </a:r>
          </a:p>
        </p:txBody>
      </p:sp>
      <p:sp>
        <p:nvSpPr>
          <p:cNvPr id="9" name="矩形 8">
            <a:extLst>
              <a:ext uri="{FF2B5EF4-FFF2-40B4-BE49-F238E27FC236}">
                <a16:creationId xmlns:a16="http://schemas.microsoft.com/office/drawing/2014/main" id="{639ABA97-3299-4653-82A9-AC065DE86DEB}"/>
              </a:ext>
            </a:extLst>
          </p:cNvPr>
          <p:cNvSpPr>
            <a:spLocks noGrp="1"/>
          </p:cNvSpPr>
          <p:nvPr/>
        </p:nvSpPr>
        <p:spPr>
          <a:xfrm>
            <a:off x="1581150" y="2943225"/>
            <a:ext cx="9144000" cy="9525"/>
          </a:xfrm>
          <a:prstGeom prst="rect">
            <a:avLst/>
          </a:prstGeom>
          <a:solidFill>
            <a:srgbClr val="C9D1CA"/>
          </a:solidFill>
          <a:ln w="0">
            <a:noFill/>
            <a:prstDash val="solid"/>
          </a:ln>
        </p:spPr>
      </p:sp>
      <p:sp>
        <p:nvSpPr>
          <p:cNvPr id="10" name="矩形 9">
            <a:extLst>
              <a:ext uri="{FF2B5EF4-FFF2-40B4-BE49-F238E27FC236}">
                <a16:creationId xmlns:a16="http://schemas.microsoft.com/office/drawing/2014/main" id="{5A08596C-0FD0-4C41-86C8-DF102494E48E}"/>
              </a:ext>
            </a:extLst>
          </p:cNvPr>
          <p:cNvSpPr>
            <a:spLocks noGrp="1"/>
          </p:cNvSpPr>
          <p:nvPr/>
        </p:nvSpPr>
        <p:spPr>
          <a:xfrm>
            <a:off x="723900" y="3181350"/>
            <a:ext cx="666750" cy="333375"/>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02</a:t>
            </a:r>
          </a:p>
        </p:txBody>
      </p:sp>
      <p:sp>
        <p:nvSpPr>
          <p:cNvPr id="11" name="矩形 10">
            <a:extLst>
              <a:ext uri="{FF2B5EF4-FFF2-40B4-BE49-F238E27FC236}">
                <a16:creationId xmlns:a16="http://schemas.microsoft.com/office/drawing/2014/main" id="{FF2E3AE4-CF0C-4591-B4B0-2B6468163887}"/>
              </a:ext>
            </a:extLst>
          </p:cNvPr>
          <p:cNvSpPr>
            <a:spLocks noGrp="1"/>
          </p:cNvSpPr>
          <p:nvPr/>
        </p:nvSpPr>
        <p:spPr>
          <a:xfrm>
            <a:off x="1581150" y="3181350"/>
            <a:ext cx="2952750" cy="34290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Errors avoided</a:t>
            </a:r>
          </a:p>
        </p:txBody>
      </p:sp>
      <p:sp>
        <p:nvSpPr>
          <p:cNvPr id="12" name="矩形 11">
            <a:extLst>
              <a:ext uri="{FF2B5EF4-FFF2-40B4-BE49-F238E27FC236}">
                <a16:creationId xmlns:a16="http://schemas.microsoft.com/office/drawing/2014/main" id="{955C6886-8A31-47BF-B032-B1EBE620BDCE}"/>
              </a:ext>
            </a:extLst>
          </p:cNvPr>
          <p:cNvSpPr>
            <a:spLocks noGrp="1"/>
          </p:cNvSpPr>
          <p:nvPr/>
        </p:nvSpPr>
        <p:spPr>
          <a:xfrm>
            <a:off x="4667250" y="3181350"/>
            <a:ext cx="619125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Pack rounding, safety stock and confirmed inbound are applied by rule, not by memory</a:t>
            </a:r>
          </a:p>
        </p:txBody>
      </p:sp>
      <p:sp>
        <p:nvSpPr>
          <p:cNvPr id="13" name="矩形 12">
            <a:extLst>
              <a:ext uri="{FF2B5EF4-FFF2-40B4-BE49-F238E27FC236}">
                <a16:creationId xmlns:a16="http://schemas.microsoft.com/office/drawing/2014/main" id="{6360F1E0-AAD3-488E-94F4-17D453CBEFF3}"/>
              </a:ext>
            </a:extLst>
          </p:cNvPr>
          <p:cNvSpPr>
            <a:spLocks noGrp="1"/>
          </p:cNvSpPr>
          <p:nvPr/>
        </p:nvSpPr>
        <p:spPr>
          <a:xfrm>
            <a:off x="1581150" y="3724275"/>
            <a:ext cx="9144000" cy="9525"/>
          </a:xfrm>
          <a:prstGeom prst="rect">
            <a:avLst/>
          </a:prstGeom>
          <a:solidFill>
            <a:srgbClr val="C9D1CA"/>
          </a:solidFill>
          <a:ln w="0">
            <a:noFill/>
            <a:prstDash val="solid"/>
          </a:ln>
        </p:spPr>
      </p:sp>
      <p:sp>
        <p:nvSpPr>
          <p:cNvPr id="14" name="矩形 13">
            <a:extLst>
              <a:ext uri="{FF2B5EF4-FFF2-40B4-BE49-F238E27FC236}">
                <a16:creationId xmlns:a16="http://schemas.microsoft.com/office/drawing/2014/main" id="{8AAE9EFF-A4AF-4BBB-B9E6-874616DF761F}"/>
              </a:ext>
            </a:extLst>
          </p:cNvPr>
          <p:cNvSpPr>
            <a:spLocks noGrp="1"/>
          </p:cNvSpPr>
          <p:nvPr/>
        </p:nvSpPr>
        <p:spPr>
          <a:xfrm>
            <a:off x="723900" y="3962400"/>
            <a:ext cx="666750" cy="333375"/>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03</a:t>
            </a:r>
          </a:p>
        </p:txBody>
      </p:sp>
      <p:sp>
        <p:nvSpPr>
          <p:cNvPr id="15" name="矩形 14">
            <a:extLst>
              <a:ext uri="{FF2B5EF4-FFF2-40B4-BE49-F238E27FC236}">
                <a16:creationId xmlns:a16="http://schemas.microsoft.com/office/drawing/2014/main" id="{B203D79C-EB54-4F5F-A407-FE783D4FF4FC}"/>
              </a:ext>
            </a:extLst>
          </p:cNvPr>
          <p:cNvSpPr>
            <a:spLocks noGrp="1"/>
          </p:cNvSpPr>
          <p:nvPr/>
        </p:nvSpPr>
        <p:spPr>
          <a:xfrm>
            <a:off x="1581150" y="3962400"/>
            <a:ext cx="2952750" cy="34290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No formal training</a:t>
            </a:r>
          </a:p>
        </p:txBody>
      </p:sp>
      <p:sp>
        <p:nvSpPr>
          <p:cNvPr id="16" name="矩形 15">
            <a:extLst>
              <a:ext uri="{FF2B5EF4-FFF2-40B4-BE49-F238E27FC236}">
                <a16:creationId xmlns:a16="http://schemas.microsoft.com/office/drawing/2014/main" id="{B3DD9146-9386-4086-A826-4B4714BBF1B5}"/>
              </a:ext>
            </a:extLst>
          </p:cNvPr>
          <p:cNvSpPr>
            <a:spLocks noGrp="1"/>
          </p:cNvSpPr>
          <p:nvPr/>
        </p:nvSpPr>
        <p:spPr>
          <a:xfrm>
            <a:off x="4667250" y="3962400"/>
            <a:ext cx="619125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A new staff member follows the on-screen sequence; no manual or course is needed</a:t>
            </a:r>
          </a:p>
        </p:txBody>
      </p:sp>
      <p:sp>
        <p:nvSpPr>
          <p:cNvPr id="17" name="矩形 16">
            <a:extLst>
              <a:ext uri="{FF2B5EF4-FFF2-40B4-BE49-F238E27FC236}">
                <a16:creationId xmlns:a16="http://schemas.microsoft.com/office/drawing/2014/main" id="{ACB88F48-DE70-4C57-A60C-DDF900FAA736}"/>
              </a:ext>
            </a:extLst>
          </p:cNvPr>
          <p:cNvSpPr>
            <a:spLocks noGrp="1"/>
          </p:cNvSpPr>
          <p:nvPr/>
        </p:nvSpPr>
        <p:spPr>
          <a:xfrm>
            <a:off x="1581150" y="4505325"/>
            <a:ext cx="9144000" cy="9525"/>
          </a:xfrm>
          <a:prstGeom prst="rect">
            <a:avLst/>
          </a:prstGeom>
          <a:solidFill>
            <a:srgbClr val="C9D1CA"/>
          </a:solidFill>
          <a:ln w="0">
            <a:noFill/>
            <a:prstDash val="solid"/>
          </a:ln>
        </p:spPr>
      </p:sp>
      <p:sp>
        <p:nvSpPr>
          <p:cNvPr id="18" name="矩形 17">
            <a:extLst>
              <a:ext uri="{FF2B5EF4-FFF2-40B4-BE49-F238E27FC236}">
                <a16:creationId xmlns:a16="http://schemas.microsoft.com/office/drawing/2014/main" id="{F00B7669-CFBB-4778-A134-E2D13E75C778}"/>
              </a:ext>
            </a:extLst>
          </p:cNvPr>
          <p:cNvSpPr>
            <a:spLocks noGrp="1"/>
          </p:cNvSpPr>
          <p:nvPr/>
        </p:nvSpPr>
        <p:spPr>
          <a:xfrm>
            <a:off x="723900" y="4743450"/>
            <a:ext cx="666750" cy="333375"/>
          </a:xfrm>
          <a:prstGeom prst="rect">
            <a:avLst/>
          </a:prstGeom>
          <a:noFill/>
          <a:ln w="0">
            <a:noFill/>
            <a:prstDash val="solid"/>
          </a:ln>
        </p:spPr>
        <p:txBody>
          <a:bodyPr anchor="ctr"/>
          <a:lstStyle>
            <a:defPPr algn="l">
              <a:defRPr sz="1500" b="1">
                <a:solidFill>
                  <a:srgbClr val="C9694A"/>
                </a:solidFill>
              </a:defRPr>
            </a:defPPr>
            <a:lvl1pPr algn="l">
              <a:defRPr sz="1500" b="1">
                <a:solidFill>
                  <a:srgbClr val="C9694A"/>
                </a:solidFill>
              </a:defRPr>
            </a:lvl1pPr>
            <a:lvl2pPr algn="l">
              <a:defRPr sz="1500" b="1">
                <a:solidFill>
                  <a:srgbClr val="C9694A"/>
                </a:solidFill>
              </a:defRPr>
            </a:lvl2pPr>
            <a:lvl3pPr algn="l">
              <a:defRPr sz="1500" b="1">
                <a:solidFill>
                  <a:srgbClr val="C9694A"/>
                </a:solidFill>
              </a:defRPr>
            </a:lvl3pPr>
            <a:lvl4pPr algn="l">
              <a:defRPr sz="1500" b="1">
                <a:solidFill>
                  <a:srgbClr val="C9694A"/>
                </a:solidFill>
              </a:defRPr>
            </a:lvl4pPr>
            <a:lvl5pPr algn="l">
              <a:defRPr sz="1500" b="1">
                <a:solidFill>
                  <a:srgbClr val="C9694A"/>
                </a:solidFill>
              </a:defRPr>
            </a:lvl5pPr>
            <a:lvl6pPr algn="l">
              <a:defRPr sz="1500" b="1">
                <a:solidFill>
                  <a:srgbClr val="C9694A"/>
                </a:solidFill>
              </a:defRPr>
            </a:lvl6pPr>
            <a:lvl7pPr algn="l">
              <a:defRPr sz="1500" b="1">
                <a:solidFill>
                  <a:srgbClr val="C9694A"/>
                </a:solidFill>
              </a:defRPr>
            </a:lvl7pPr>
            <a:lvl8pPr algn="l">
              <a:defRPr sz="1500" b="1">
                <a:solidFill>
                  <a:srgbClr val="C9694A"/>
                </a:solidFill>
              </a:defRPr>
            </a:lvl8pPr>
            <a:lvl9pPr algn="l">
              <a:defRPr sz="1500" b="1">
                <a:solidFill>
                  <a:srgbClr val="C9694A"/>
                </a:solidFill>
              </a:defRPr>
            </a:lvl9pPr>
          </a:lstStyle>
          <a:p>
            <a:pPr algn="l">
              <a:defRPr sz="1500" b="1">
                <a:solidFill>
                  <a:srgbClr val="C9694A"/>
                </a:solidFill>
              </a:defRPr>
            </a:pPr>
            <a:r>
              <a:rPr sz="1500" b="1">
                <a:solidFill>
                  <a:srgbClr val="C9694A"/>
                </a:solidFill>
              </a:rPr>
              <a:t>04</a:t>
            </a:r>
          </a:p>
        </p:txBody>
      </p:sp>
      <p:sp>
        <p:nvSpPr>
          <p:cNvPr id="19" name="矩形 18">
            <a:extLst>
              <a:ext uri="{FF2B5EF4-FFF2-40B4-BE49-F238E27FC236}">
                <a16:creationId xmlns:a16="http://schemas.microsoft.com/office/drawing/2014/main" id="{10CD8E77-C59E-4828-8BA1-75E12CFBD888}"/>
              </a:ext>
            </a:extLst>
          </p:cNvPr>
          <p:cNvSpPr>
            <a:spLocks noGrp="1"/>
          </p:cNvSpPr>
          <p:nvPr/>
        </p:nvSpPr>
        <p:spPr>
          <a:xfrm>
            <a:off x="1581150" y="4743450"/>
            <a:ext cx="2952750" cy="342900"/>
          </a:xfrm>
          <a:prstGeom prst="rect">
            <a:avLst/>
          </a:prstGeom>
          <a:noFill/>
          <a:ln w="0">
            <a:noFill/>
            <a:prstDash val="solid"/>
          </a:ln>
        </p:spPr>
        <p:txBody>
          <a:bodyPr anchor="ctr"/>
          <a:lstStyle>
            <a:defPPr algn="l">
              <a:defRPr sz="1725" b="1">
                <a:solidFill>
                  <a:srgbClr val="1F2925"/>
                </a:solidFill>
              </a:defRPr>
            </a:defPPr>
            <a:lvl1pPr algn="l">
              <a:defRPr sz="1725" b="1">
                <a:solidFill>
                  <a:srgbClr val="1F2925"/>
                </a:solidFill>
              </a:defRPr>
            </a:lvl1pPr>
            <a:lvl2pPr algn="l">
              <a:defRPr sz="1725" b="1">
                <a:solidFill>
                  <a:srgbClr val="1F2925"/>
                </a:solidFill>
              </a:defRPr>
            </a:lvl2pPr>
            <a:lvl3pPr algn="l">
              <a:defRPr sz="1725" b="1">
                <a:solidFill>
                  <a:srgbClr val="1F2925"/>
                </a:solidFill>
              </a:defRPr>
            </a:lvl3pPr>
            <a:lvl4pPr algn="l">
              <a:defRPr sz="1725" b="1">
                <a:solidFill>
                  <a:srgbClr val="1F2925"/>
                </a:solidFill>
              </a:defRPr>
            </a:lvl4pPr>
            <a:lvl5pPr algn="l">
              <a:defRPr sz="1725" b="1">
                <a:solidFill>
                  <a:srgbClr val="1F2925"/>
                </a:solidFill>
              </a:defRPr>
            </a:lvl5pPr>
            <a:lvl6pPr algn="l">
              <a:defRPr sz="1725" b="1">
                <a:solidFill>
                  <a:srgbClr val="1F2925"/>
                </a:solidFill>
              </a:defRPr>
            </a:lvl6pPr>
            <a:lvl7pPr algn="l">
              <a:defRPr sz="1725" b="1">
                <a:solidFill>
                  <a:srgbClr val="1F2925"/>
                </a:solidFill>
              </a:defRPr>
            </a:lvl7pPr>
            <a:lvl8pPr algn="l">
              <a:defRPr sz="1725" b="1">
                <a:solidFill>
                  <a:srgbClr val="1F2925"/>
                </a:solidFill>
              </a:defRPr>
            </a:lvl8pPr>
            <a:lvl9pPr algn="l">
              <a:defRPr sz="1725" b="1">
                <a:solidFill>
                  <a:srgbClr val="1F2925"/>
                </a:solidFill>
              </a:defRPr>
            </a:lvl9pPr>
          </a:lstStyle>
          <a:p>
            <a:pPr algn="l">
              <a:defRPr sz="1725" b="1">
                <a:solidFill>
                  <a:srgbClr val="1F2925"/>
                </a:solidFill>
              </a:defRPr>
            </a:pPr>
            <a:r>
              <a:rPr sz="1725" b="1">
                <a:solidFill>
                  <a:srgbClr val="1F2925"/>
                </a:solidFill>
              </a:rPr>
              <a:t>Waste avoided</a:t>
            </a:r>
          </a:p>
        </p:txBody>
      </p:sp>
      <p:sp>
        <p:nvSpPr>
          <p:cNvPr id="20" name="矩形 19">
            <a:extLst>
              <a:ext uri="{FF2B5EF4-FFF2-40B4-BE49-F238E27FC236}">
                <a16:creationId xmlns:a16="http://schemas.microsoft.com/office/drawing/2014/main" id="{8C2AAF8B-B370-4A41-B14D-AA8C796CA536}"/>
              </a:ext>
            </a:extLst>
          </p:cNvPr>
          <p:cNvSpPr>
            <a:spLocks noGrp="1"/>
          </p:cNvSpPr>
          <p:nvPr/>
        </p:nvSpPr>
        <p:spPr>
          <a:xfrm>
            <a:off x="4667250" y="4743450"/>
            <a:ext cx="6191250" cy="400050"/>
          </a:xfrm>
          <a:prstGeom prst="rect">
            <a:avLst/>
          </a:prstGeom>
          <a:noFill/>
          <a:ln w="0">
            <a:noFill/>
            <a:prstDash val="solid"/>
          </a:ln>
        </p:spPr>
        <p:txBody>
          <a:bodyPr anchor="ctr"/>
          <a:lstStyle>
            <a:defPPr algn="l">
              <a:defRPr sz="1350" b="0">
                <a:solidFill>
                  <a:srgbClr val="66716B"/>
                </a:solidFill>
              </a:defRPr>
            </a:defPPr>
            <a:lvl1pPr algn="l">
              <a:defRPr sz="1350" b="0">
                <a:solidFill>
                  <a:srgbClr val="66716B"/>
                </a:solidFill>
              </a:defRPr>
            </a:lvl1pPr>
            <a:lvl2pPr algn="l">
              <a:defRPr sz="1350" b="0">
                <a:solidFill>
                  <a:srgbClr val="66716B"/>
                </a:solidFill>
              </a:defRPr>
            </a:lvl2pPr>
            <a:lvl3pPr algn="l">
              <a:defRPr sz="1350" b="0">
                <a:solidFill>
                  <a:srgbClr val="66716B"/>
                </a:solidFill>
              </a:defRPr>
            </a:lvl3pPr>
            <a:lvl4pPr algn="l">
              <a:defRPr sz="1350" b="0">
                <a:solidFill>
                  <a:srgbClr val="66716B"/>
                </a:solidFill>
              </a:defRPr>
            </a:lvl4pPr>
            <a:lvl5pPr algn="l">
              <a:defRPr sz="1350" b="0">
                <a:solidFill>
                  <a:srgbClr val="66716B"/>
                </a:solidFill>
              </a:defRPr>
            </a:lvl5pPr>
            <a:lvl6pPr algn="l">
              <a:defRPr sz="1350" b="0">
                <a:solidFill>
                  <a:srgbClr val="66716B"/>
                </a:solidFill>
              </a:defRPr>
            </a:lvl6pPr>
            <a:lvl7pPr algn="l">
              <a:defRPr sz="1350" b="0">
                <a:solidFill>
                  <a:srgbClr val="66716B"/>
                </a:solidFill>
              </a:defRPr>
            </a:lvl7pPr>
            <a:lvl8pPr algn="l">
              <a:defRPr sz="1350" b="0">
                <a:solidFill>
                  <a:srgbClr val="66716B"/>
                </a:solidFill>
              </a:defRPr>
            </a:lvl8pPr>
            <a:lvl9pPr algn="l">
              <a:defRPr sz="1350" b="0">
                <a:solidFill>
                  <a:srgbClr val="66716B"/>
                </a:solidFill>
              </a:defRPr>
            </a:lvl9pPr>
          </a:lstStyle>
          <a:p>
            <a:pPr algn="l">
              <a:defRPr sz="1350" b="0">
                <a:solidFill>
                  <a:srgbClr val="66716B"/>
                </a:solidFill>
              </a:defRPr>
            </a:pPr>
            <a:r>
              <a:rPr sz="1350" b="0">
                <a:solidFill>
                  <a:srgbClr val="66716B"/>
                </a:solidFill>
              </a:rPr>
              <a:t>Target: 10% less edible-ingredient discard per 100 orders, without more stockouts</a:t>
            </a:r>
          </a:p>
        </p:txBody>
      </p:sp>
      <p:sp>
        <p:nvSpPr>
          <p:cNvPr id="21" name="矩形 20">
            <a:extLst>
              <a:ext uri="{FF2B5EF4-FFF2-40B4-BE49-F238E27FC236}">
                <a16:creationId xmlns:a16="http://schemas.microsoft.com/office/drawing/2014/main" id="{175E9D2B-0450-42D3-800A-28EBA976276C}"/>
              </a:ext>
            </a:extLst>
          </p:cNvPr>
          <p:cNvSpPr>
            <a:spLocks noGrp="1"/>
          </p:cNvSpPr>
          <p:nvPr/>
        </p:nvSpPr>
        <p:spPr>
          <a:xfrm>
            <a:off x="723900" y="5791200"/>
            <a:ext cx="10382250" cy="361950"/>
          </a:xfrm>
          <a:prstGeom prst="rect">
            <a:avLst/>
          </a:prstGeom>
          <a:noFill/>
          <a:ln w="0">
            <a:noFill/>
            <a:prstDash val="solid"/>
          </a:ln>
        </p:spPr>
        <p:txBody>
          <a:bodyPr anchor="ctr"/>
          <a:lstStyle>
            <a:defPPr algn="l">
              <a:defRPr sz="1425" b="1">
                <a:solidFill>
                  <a:srgbClr val="48685C"/>
                </a:solidFill>
              </a:defRPr>
            </a:defPPr>
            <a:lvl1pPr algn="l">
              <a:defRPr sz="1425" b="1">
                <a:solidFill>
                  <a:srgbClr val="48685C"/>
                </a:solidFill>
              </a:defRPr>
            </a:lvl1pPr>
            <a:lvl2pPr algn="l">
              <a:defRPr sz="1425" b="1">
                <a:solidFill>
                  <a:srgbClr val="48685C"/>
                </a:solidFill>
              </a:defRPr>
            </a:lvl2pPr>
            <a:lvl3pPr algn="l">
              <a:defRPr sz="1425" b="1">
                <a:solidFill>
                  <a:srgbClr val="48685C"/>
                </a:solidFill>
              </a:defRPr>
            </a:lvl3pPr>
            <a:lvl4pPr algn="l">
              <a:defRPr sz="1425" b="1">
                <a:solidFill>
                  <a:srgbClr val="48685C"/>
                </a:solidFill>
              </a:defRPr>
            </a:lvl4pPr>
            <a:lvl5pPr algn="l">
              <a:defRPr sz="1425" b="1">
                <a:solidFill>
                  <a:srgbClr val="48685C"/>
                </a:solidFill>
              </a:defRPr>
            </a:lvl5pPr>
            <a:lvl6pPr algn="l">
              <a:defRPr sz="1425" b="1">
                <a:solidFill>
                  <a:srgbClr val="48685C"/>
                </a:solidFill>
              </a:defRPr>
            </a:lvl6pPr>
            <a:lvl7pPr algn="l">
              <a:defRPr sz="1425" b="1">
                <a:solidFill>
                  <a:srgbClr val="48685C"/>
                </a:solidFill>
              </a:defRPr>
            </a:lvl7pPr>
            <a:lvl8pPr algn="l">
              <a:defRPr sz="1425" b="1">
                <a:solidFill>
                  <a:srgbClr val="48685C"/>
                </a:solidFill>
              </a:defRPr>
            </a:lvl8pPr>
            <a:lvl9pPr algn="l">
              <a:defRPr sz="1425" b="1">
                <a:solidFill>
                  <a:srgbClr val="48685C"/>
                </a:solidFill>
              </a:defRPr>
            </a:lvl9pPr>
          </a:lstStyle>
          <a:p>
            <a:pPr algn="l">
              <a:defRPr sz="1425" b="1">
                <a:solidFill>
                  <a:srgbClr val="48685C"/>
                </a:solidFill>
              </a:defRPr>
            </a:pPr>
            <a:r>
              <a:rPr sz="1425" b="1">
                <a:solidFill>
                  <a:srgbClr val="48685C"/>
                </a:solidFill>
              </a:rPr>
              <a:t>To be measured with a pilot café over a four-week baseline; no measured result is claimed yet.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矩形 10">
            <a:extLst>
              <a:ext uri="{FF2B5EF4-FFF2-40B4-BE49-F238E27FC236}">
                <a16:creationId xmlns:a16="http://schemas.microsoft.com/office/drawing/2014/main" id="{4E5C50BC-0377-4529-9EEC-14BC01831A4B}"/>
              </a:ext>
            </a:extLst>
          </p:cNvPr>
          <p:cNvSpPr>
            <a:spLocks noGrp="1"/>
          </p:cNvSpPr>
          <p:nvPr/>
        </p:nvSpPr>
        <p:spPr>
          <a:xfrm>
            <a:off x="647700" y="762000"/>
            <a:ext cx="76200" cy="1257300"/>
          </a:xfrm>
          <a:prstGeom prst="rect">
            <a:avLst/>
          </a:prstGeom>
          <a:solidFill>
            <a:srgbClr val="C9694A"/>
          </a:solidFill>
          <a:ln w="0">
            <a:noFill/>
            <a:prstDash val="solid"/>
          </a:ln>
        </p:spPr>
      </p:sp>
      <p:sp>
        <p:nvSpPr>
          <p:cNvPr id="2" name="矩形 1">
            <a:extLst>
              <a:ext uri="{FF2B5EF4-FFF2-40B4-BE49-F238E27FC236}">
                <a16:creationId xmlns:a16="http://schemas.microsoft.com/office/drawing/2014/main" id="{F5269781-B8E1-4EC9-AA51-F8E13839D3A4}"/>
              </a:ext>
            </a:extLst>
          </p:cNvPr>
          <p:cNvSpPr>
            <a:spLocks noGrp="1"/>
          </p:cNvSpPr>
          <p:nvPr/>
        </p:nvSpPr>
        <p:spPr>
          <a:xfrm>
            <a:off x="952500" y="781050"/>
            <a:ext cx="6953250" cy="400050"/>
          </a:xfrm>
          <a:prstGeom prst="rect">
            <a:avLst/>
          </a:prstGeom>
          <a:noFill/>
          <a:ln w="0">
            <a:noFill/>
            <a:prstDash val="solid"/>
          </a:ln>
        </p:spPr>
        <p:txBody>
          <a:bodyPr anchor="ctr"/>
          <a:lstStyle>
            <a:defPPr algn="l">
              <a:defRPr sz="1650" b="1">
                <a:solidFill>
                  <a:srgbClr val="48685C"/>
                </a:solidFill>
              </a:defRPr>
            </a:defPPr>
            <a:lvl1pPr algn="l">
              <a:defRPr sz="1650" b="1">
                <a:solidFill>
                  <a:srgbClr val="48685C"/>
                </a:solidFill>
              </a:defRPr>
            </a:lvl1pPr>
            <a:lvl2pPr algn="l">
              <a:defRPr sz="1650" b="1">
                <a:solidFill>
                  <a:srgbClr val="48685C"/>
                </a:solidFill>
              </a:defRPr>
            </a:lvl2pPr>
            <a:lvl3pPr algn="l">
              <a:defRPr sz="1650" b="1">
                <a:solidFill>
                  <a:srgbClr val="48685C"/>
                </a:solidFill>
              </a:defRPr>
            </a:lvl3pPr>
            <a:lvl4pPr algn="l">
              <a:defRPr sz="1650" b="1">
                <a:solidFill>
                  <a:srgbClr val="48685C"/>
                </a:solidFill>
              </a:defRPr>
            </a:lvl4pPr>
            <a:lvl5pPr algn="l">
              <a:defRPr sz="1650" b="1">
                <a:solidFill>
                  <a:srgbClr val="48685C"/>
                </a:solidFill>
              </a:defRPr>
            </a:lvl5pPr>
            <a:lvl6pPr algn="l">
              <a:defRPr sz="1650" b="1">
                <a:solidFill>
                  <a:srgbClr val="48685C"/>
                </a:solidFill>
              </a:defRPr>
            </a:lvl6pPr>
            <a:lvl7pPr algn="l">
              <a:defRPr sz="1650" b="1">
                <a:solidFill>
                  <a:srgbClr val="48685C"/>
                </a:solidFill>
              </a:defRPr>
            </a:lvl7pPr>
            <a:lvl8pPr algn="l">
              <a:defRPr sz="1650" b="1">
                <a:solidFill>
                  <a:srgbClr val="48685C"/>
                </a:solidFill>
              </a:defRPr>
            </a:lvl8pPr>
            <a:lvl9pPr algn="l">
              <a:defRPr sz="1650" b="1">
                <a:solidFill>
                  <a:srgbClr val="48685C"/>
                </a:solidFill>
              </a:defRPr>
            </a:lvl9pPr>
          </a:lstStyle>
          <a:p>
            <a:pPr algn="l">
              <a:defRPr sz="1650" b="1">
                <a:solidFill>
                  <a:srgbClr val="48685C"/>
                </a:solidFill>
              </a:defRPr>
            </a:pPr>
            <a:r>
              <a:rPr sz="1650" b="1">
                <a:solidFill>
                  <a:srgbClr val="48685C"/>
                </a:solidFill>
              </a:rPr>
              <a:t>Team CodeFirst</a:t>
            </a:r>
          </a:p>
        </p:txBody>
      </p:sp>
      <p:sp>
        <p:nvSpPr>
          <p:cNvPr id="3" name="矩形 2">
            <a:extLst>
              <a:ext uri="{FF2B5EF4-FFF2-40B4-BE49-F238E27FC236}">
                <a16:creationId xmlns:a16="http://schemas.microsoft.com/office/drawing/2014/main" id="{79016C2C-A832-4817-8DF1-5992D4FA97A2}"/>
              </a:ext>
            </a:extLst>
          </p:cNvPr>
          <p:cNvSpPr>
            <a:spLocks noGrp="1"/>
          </p:cNvSpPr>
          <p:nvPr/>
        </p:nvSpPr>
        <p:spPr>
          <a:xfrm>
            <a:off x="952500" y="1466850"/>
            <a:ext cx="7239000" cy="1676400"/>
          </a:xfrm>
          <a:prstGeom prst="rect">
            <a:avLst/>
          </a:prstGeom>
          <a:noFill/>
          <a:ln w="0">
            <a:noFill/>
            <a:prstDash val="solid"/>
          </a:ln>
        </p:spPr>
        <p:txBody>
          <a:bodyPr anchor="ctr"/>
          <a:lstStyle>
            <a:defPPr algn="l">
              <a:defRPr sz="4500" b="1">
                <a:solidFill>
                  <a:srgbClr val="1F2925"/>
                </a:solidFill>
              </a:defRPr>
            </a:defPPr>
            <a:lvl1pPr algn="l">
              <a:defRPr sz="4500" b="1">
                <a:solidFill>
                  <a:srgbClr val="1F2925"/>
                </a:solidFill>
              </a:defRPr>
            </a:lvl1pPr>
            <a:lvl2pPr algn="l">
              <a:defRPr sz="4500" b="1">
                <a:solidFill>
                  <a:srgbClr val="1F2925"/>
                </a:solidFill>
              </a:defRPr>
            </a:lvl2pPr>
            <a:lvl3pPr algn="l">
              <a:defRPr sz="4500" b="1">
                <a:solidFill>
                  <a:srgbClr val="1F2925"/>
                </a:solidFill>
              </a:defRPr>
            </a:lvl3pPr>
            <a:lvl4pPr algn="l">
              <a:defRPr sz="4500" b="1">
                <a:solidFill>
                  <a:srgbClr val="1F2925"/>
                </a:solidFill>
              </a:defRPr>
            </a:lvl4pPr>
            <a:lvl5pPr algn="l">
              <a:defRPr sz="4500" b="1">
                <a:solidFill>
                  <a:srgbClr val="1F2925"/>
                </a:solidFill>
              </a:defRPr>
            </a:lvl5pPr>
            <a:lvl6pPr algn="l">
              <a:defRPr sz="4500" b="1">
                <a:solidFill>
                  <a:srgbClr val="1F2925"/>
                </a:solidFill>
              </a:defRPr>
            </a:lvl6pPr>
            <a:lvl7pPr algn="l">
              <a:defRPr sz="4500" b="1">
                <a:solidFill>
                  <a:srgbClr val="1F2925"/>
                </a:solidFill>
              </a:defRPr>
            </a:lvl7pPr>
            <a:lvl8pPr algn="l">
              <a:defRPr sz="4500" b="1">
                <a:solidFill>
                  <a:srgbClr val="1F2925"/>
                </a:solidFill>
              </a:defRPr>
            </a:lvl8pPr>
            <a:lvl9pPr algn="l">
              <a:defRPr sz="4500" b="1">
                <a:solidFill>
                  <a:srgbClr val="1F2925"/>
                </a:solidFill>
              </a:defRPr>
            </a:lvl9pPr>
          </a:lstStyle>
          <a:p>
            <a:pPr algn="l">
              <a:defRPr sz="4500" b="1">
                <a:solidFill>
                  <a:srgbClr val="1F2925"/>
                </a:solidFill>
              </a:defRPr>
            </a:pPr>
            <a:r>
              <a:rPr sz="4500" b="1">
                <a:solidFill>
                  <a:srgbClr val="1F2925"/>
                </a:solidFill>
              </a:rPr>
              <a:t>Thank you.</a:t>
            </a:r>
          </a:p>
          <a:p>
            <a:pPr algn="l">
              <a:defRPr sz="4500" b="1">
                <a:solidFill>
                  <a:srgbClr val="1F2925"/>
                </a:solidFill>
              </a:defRPr>
            </a:pPr>
            <a:r>
              <a:rPr sz="4500" b="1">
                <a:solidFill>
                  <a:srgbClr val="1F2925"/>
                </a:solidFill>
              </a:rPr>
              <a:t>Questions welcome.</a:t>
            </a:r>
          </a:p>
        </p:txBody>
      </p:sp>
      <p:sp>
        <p:nvSpPr>
          <p:cNvPr id="4" name="矩形 3">
            <a:extLst>
              <a:ext uri="{FF2B5EF4-FFF2-40B4-BE49-F238E27FC236}">
                <a16:creationId xmlns:a16="http://schemas.microsoft.com/office/drawing/2014/main" id="{BF465982-8214-4813-B920-A564E03BE95C}"/>
              </a:ext>
            </a:extLst>
          </p:cNvPr>
          <p:cNvSpPr>
            <a:spLocks noGrp="1"/>
          </p:cNvSpPr>
          <p:nvPr/>
        </p:nvSpPr>
        <p:spPr>
          <a:xfrm>
            <a:off x="990600" y="3581400"/>
            <a:ext cx="7620000" cy="571500"/>
          </a:xfrm>
          <a:prstGeom prst="rect">
            <a:avLst/>
          </a:prstGeom>
          <a:noFill/>
          <a:ln w="0">
            <a:noFill/>
            <a:prstDash val="solid"/>
          </a:ln>
        </p:spPr>
        <p:txBody>
          <a:bodyPr anchor="ctr"/>
          <a:lstStyle>
            <a:defPPr algn="l">
              <a:defRPr sz="1950" b="0">
                <a:solidFill>
                  <a:srgbClr val="66716B"/>
                </a:solidFill>
              </a:defRPr>
            </a:defPPr>
            <a:lvl1pPr algn="l">
              <a:defRPr sz="1950" b="0">
                <a:solidFill>
                  <a:srgbClr val="66716B"/>
                </a:solidFill>
              </a:defRPr>
            </a:lvl1pPr>
            <a:lvl2pPr algn="l">
              <a:defRPr sz="1950" b="0">
                <a:solidFill>
                  <a:srgbClr val="66716B"/>
                </a:solidFill>
              </a:defRPr>
            </a:lvl2pPr>
            <a:lvl3pPr algn="l">
              <a:defRPr sz="1950" b="0">
                <a:solidFill>
                  <a:srgbClr val="66716B"/>
                </a:solidFill>
              </a:defRPr>
            </a:lvl3pPr>
            <a:lvl4pPr algn="l">
              <a:defRPr sz="1950" b="0">
                <a:solidFill>
                  <a:srgbClr val="66716B"/>
                </a:solidFill>
              </a:defRPr>
            </a:lvl4pPr>
            <a:lvl5pPr algn="l">
              <a:defRPr sz="1950" b="0">
                <a:solidFill>
                  <a:srgbClr val="66716B"/>
                </a:solidFill>
              </a:defRPr>
            </a:lvl5pPr>
            <a:lvl6pPr algn="l">
              <a:defRPr sz="1950" b="0">
                <a:solidFill>
                  <a:srgbClr val="66716B"/>
                </a:solidFill>
              </a:defRPr>
            </a:lvl6pPr>
            <a:lvl7pPr algn="l">
              <a:defRPr sz="1950" b="0">
                <a:solidFill>
                  <a:srgbClr val="66716B"/>
                </a:solidFill>
              </a:defRPr>
            </a:lvl7pPr>
            <a:lvl8pPr algn="l">
              <a:defRPr sz="1950" b="0">
                <a:solidFill>
                  <a:srgbClr val="66716B"/>
                </a:solidFill>
              </a:defRPr>
            </a:lvl8pPr>
            <a:lvl9pPr algn="l">
              <a:defRPr sz="1950" b="0">
                <a:solidFill>
                  <a:srgbClr val="66716B"/>
                </a:solidFill>
              </a:defRPr>
            </a:lvl9pPr>
          </a:lstStyle>
          <a:p>
            <a:pPr algn="l">
              <a:defRPr sz="1950" b="0">
                <a:solidFill>
                  <a:srgbClr val="66716B"/>
                </a:solidFill>
              </a:defRPr>
            </a:pPr>
            <a:r>
              <a:rPr sz="1950" b="0">
                <a:solidFill>
                  <a:srgbClr val="66716B"/>
                </a:solidFill>
              </a:rPr>
              <a:t>Domain 2 — Orbyte Smart SME Challenge   ·   Xiamen University Malaysia</a:t>
            </a:r>
          </a:p>
        </p:txBody>
      </p:sp>
      <p:sp>
        <p:nvSpPr>
          <p:cNvPr id="5" name="矩形 4">
            <a:extLst>
              <a:ext uri="{FF2B5EF4-FFF2-40B4-BE49-F238E27FC236}">
                <a16:creationId xmlns:a16="http://schemas.microsoft.com/office/drawing/2014/main" id="{68834688-D787-497E-B7DB-B35EDD7AFD50}"/>
              </a:ext>
            </a:extLst>
          </p:cNvPr>
          <p:cNvSpPr>
            <a:spLocks noGrp="1"/>
          </p:cNvSpPr>
          <p:nvPr/>
        </p:nvSpPr>
        <p:spPr>
          <a:xfrm>
            <a:off x="990600" y="5619750"/>
            <a:ext cx="6667500" cy="266700"/>
          </a:xfrm>
          <a:prstGeom prst="rect">
            <a:avLst/>
          </a:prstGeom>
          <a:noFill/>
          <a:ln w="0">
            <a:noFill/>
            <a:prstDash val="solid"/>
          </a:ln>
        </p:spPr>
        <p:txBody>
          <a:bodyPr anchor="ctr"/>
          <a:lstStyle>
            <a:defPPr algn="l">
              <a:defRPr sz="1275" b="1">
                <a:solidFill>
                  <a:srgbClr val="48685C"/>
                </a:solidFill>
              </a:defRPr>
            </a:defPPr>
            <a:lvl1pPr algn="l">
              <a:defRPr sz="1275" b="1">
                <a:solidFill>
                  <a:srgbClr val="48685C"/>
                </a:solidFill>
              </a:defRPr>
            </a:lvl1pPr>
            <a:lvl2pPr algn="l">
              <a:defRPr sz="1275" b="1">
                <a:solidFill>
                  <a:srgbClr val="48685C"/>
                </a:solidFill>
              </a:defRPr>
            </a:lvl2pPr>
            <a:lvl3pPr algn="l">
              <a:defRPr sz="1275" b="1">
                <a:solidFill>
                  <a:srgbClr val="48685C"/>
                </a:solidFill>
              </a:defRPr>
            </a:lvl3pPr>
            <a:lvl4pPr algn="l">
              <a:defRPr sz="1275" b="1">
                <a:solidFill>
                  <a:srgbClr val="48685C"/>
                </a:solidFill>
              </a:defRPr>
            </a:lvl4pPr>
            <a:lvl5pPr algn="l">
              <a:defRPr sz="1275" b="1">
                <a:solidFill>
                  <a:srgbClr val="48685C"/>
                </a:solidFill>
              </a:defRPr>
            </a:lvl5pPr>
            <a:lvl6pPr algn="l">
              <a:defRPr sz="1275" b="1">
                <a:solidFill>
                  <a:srgbClr val="48685C"/>
                </a:solidFill>
              </a:defRPr>
            </a:lvl6pPr>
            <a:lvl7pPr algn="l">
              <a:defRPr sz="1275" b="1">
                <a:solidFill>
                  <a:srgbClr val="48685C"/>
                </a:solidFill>
              </a:defRPr>
            </a:lvl7pPr>
            <a:lvl8pPr algn="l">
              <a:defRPr sz="1275" b="1">
                <a:solidFill>
                  <a:srgbClr val="48685C"/>
                </a:solidFill>
              </a:defRPr>
            </a:lvl8pPr>
            <a:lvl9pPr algn="l">
              <a:defRPr sz="1275" b="1">
                <a:solidFill>
                  <a:srgbClr val="48685C"/>
                </a:solidFill>
              </a:defRPr>
            </a:lvl9pPr>
          </a:lstStyle>
          <a:p>
            <a:pPr algn="l">
              <a:defRPr sz="1275" b="1">
                <a:solidFill>
                  <a:srgbClr val="48685C"/>
                </a:solidFill>
              </a:defRPr>
            </a:pPr>
            <a:r>
              <a:rPr sz="1275" b="1">
                <a:solidFill>
                  <a:srgbClr val="48685C"/>
                </a:solidFill>
              </a:rPr>
              <a:t>TEAM LEADER: FWN JIARUI   ·   5 MEMBERS   ·   SDC HACKATHON 2026</a:t>
            </a:r>
          </a:p>
        </p:txBody>
      </p:sp>
      <p:sp>
        <p:nvSpPr>
          <p:cNvPr id="6" name="矩形 5">
            <a:extLst>
              <a:ext uri="{FF2B5EF4-FFF2-40B4-BE49-F238E27FC236}">
                <a16:creationId xmlns:a16="http://schemas.microsoft.com/office/drawing/2014/main" id="{5BEFE3EC-D1F1-483D-A6D7-0161805FFE19}"/>
              </a:ext>
            </a:extLst>
          </p:cNvPr>
          <p:cNvSpPr>
            <a:spLocks noGrp="1"/>
          </p:cNvSpPr>
          <p:nvPr/>
        </p:nvSpPr>
        <p:spPr>
          <a:xfrm>
            <a:off x="7810500" y="1257300"/>
            <a:ext cx="3429000" cy="323850"/>
          </a:xfrm>
          <a:prstGeom prst="rect">
            <a:avLst/>
          </a:prstGeom>
          <a:noFill/>
          <a:ln w="0">
            <a:noFill/>
            <a:prstDash val="solid"/>
          </a:ln>
        </p:spPr>
        <p:txBody>
          <a:bodyPr anchor="ctr"/>
          <a:lstStyle>
            <a:defPPr algn="r">
              <a:defRPr sz="1350" b="1">
                <a:solidFill>
                  <a:srgbClr val="C9694A"/>
                </a:solidFill>
              </a:defRPr>
            </a:defPPr>
            <a:lvl1pPr algn="r">
              <a:defRPr sz="1350" b="1">
                <a:solidFill>
                  <a:srgbClr val="C9694A"/>
                </a:solidFill>
              </a:defRPr>
            </a:lvl1pPr>
            <a:lvl2pPr algn="r">
              <a:defRPr sz="1350" b="1">
                <a:solidFill>
                  <a:srgbClr val="C9694A"/>
                </a:solidFill>
              </a:defRPr>
            </a:lvl2pPr>
            <a:lvl3pPr algn="r">
              <a:defRPr sz="1350" b="1">
                <a:solidFill>
                  <a:srgbClr val="C9694A"/>
                </a:solidFill>
              </a:defRPr>
            </a:lvl3pPr>
            <a:lvl4pPr algn="r">
              <a:defRPr sz="1350" b="1">
                <a:solidFill>
                  <a:srgbClr val="C9694A"/>
                </a:solidFill>
              </a:defRPr>
            </a:lvl4pPr>
            <a:lvl5pPr algn="r">
              <a:defRPr sz="1350" b="1">
                <a:solidFill>
                  <a:srgbClr val="C9694A"/>
                </a:solidFill>
              </a:defRPr>
            </a:lvl5pPr>
            <a:lvl6pPr algn="r">
              <a:defRPr sz="1350" b="1">
                <a:solidFill>
                  <a:srgbClr val="C9694A"/>
                </a:solidFill>
              </a:defRPr>
            </a:lvl6pPr>
            <a:lvl7pPr algn="r">
              <a:defRPr sz="1350" b="1">
                <a:solidFill>
                  <a:srgbClr val="C9694A"/>
                </a:solidFill>
              </a:defRPr>
            </a:lvl7pPr>
            <a:lvl8pPr algn="r">
              <a:defRPr sz="1350" b="1">
                <a:solidFill>
                  <a:srgbClr val="C9694A"/>
                </a:solidFill>
              </a:defRPr>
            </a:lvl8pPr>
            <a:lvl9pPr algn="r">
              <a:defRPr sz="1350" b="1">
                <a:solidFill>
                  <a:srgbClr val="C9694A"/>
                </a:solidFill>
              </a:defRPr>
            </a:lvl9pPr>
          </a:lstStyle>
          <a:p>
            <a:pPr algn="r">
              <a:defRPr sz="1350" b="1">
                <a:solidFill>
                  <a:srgbClr val="C9694A"/>
                </a:solidFill>
              </a:defRPr>
            </a:pPr>
            <a:r>
              <a:rPr sz="1350" b="1">
                <a:solidFill>
                  <a:srgbClr val="C9694A"/>
                </a:solidFill>
              </a:rPr>
              <a:t>LESS BUSYWORK, BETTER BUSINESS</a:t>
            </a:r>
          </a:p>
        </p:txBody>
      </p:sp>
      <p:sp>
        <p:nvSpPr>
          <p:cNvPr id="7" name="矩形 6">
            <a:extLst>
              <a:ext uri="{FF2B5EF4-FFF2-40B4-BE49-F238E27FC236}">
                <a16:creationId xmlns:a16="http://schemas.microsoft.com/office/drawing/2014/main" id="{4A5D1526-B680-46A8-AEB4-0A3B18CF4007}"/>
              </a:ext>
            </a:extLst>
          </p:cNvPr>
          <p:cNvSpPr>
            <a:spLocks noGrp="1"/>
          </p:cNvSpPr>
          <p:nvPr/>
        </p:nvSpPr>
        <p:spPr>
          <a:xfrm>
            <a:off x="7715250" y="1752600"/>
            <a:ext cx="3810000" cy="1143000"/>
          </a:xfrm>
          <a:prstGeom prst="rect">
            <a:avLst/>
          </a:prstGeom>
          <a:noFill/>
          <a:ln w="0">
            <a:noFill/>
            <a:prstDash val="solid"/>
          </a:ln>
        </p:spPr>
        <p:txBody>
          <a:bodyPr anchor="ctr"/>
          <a:lstStyle>
            <a:defPPr algn="r">
              <a:defRPr sz="2400" b="1">
                <a:solidFill>
                  <a:srgbClr val="48685C"/>
                </a:solidFill>
              </a:defRPr>
            </a:defPPr>
            <a:lvl1pPr algn="r">
              <a:defRPr sz="2400" b="1">
                <a:solidFill>
                  <a:srgbClr val="48685C"/>
                </a:solidFill>
              </a:defRPr>
            </a:lvl1pPr>
            <a:lvl2pPr algn="r">
              <a:defRPr sz="2400" b="1">
                <a:solidFill>
                  <a:srgbClr val="48685C"/>
                </a:solidFill>
              </a:defRPr>
            </a:lvl2pPr>
            <a:lvl3pPr algn="r">
              <a:defRPr sz="2400" b="1">
                <a:solidFill>
                  <a:srgbClr val="48685C"/>
                </a:solidFill>
              </a:defRPr>
            </a:lvl3pPr>
            <a:lvl4pPr algn="r">
              <a:defRPr sz="2400" b="1">
                <a:solidFill>
                  <a:srgbClr val="48685C"/>
                </a:solidFill>
              </a:defRPr>
            </a:lvl4pPr>
            <a:lvl5pPr algn="r">
              <a:defRPr sz="2400" b="1">
                <a:solidFill>
                  <a:srgbClr val="48685C"/>
                </a:solidFill>
              </a:defRPr>
            </a:lvl5pPr>
            <a:lvl6pPr algn="r">
              <a:defRPr sz="2400" b="1">
                <a:solidFill>
                  <a:srgbClr val="48685C"/>
                </a:solidFill>
              </a:defRPr>
            </a:lvl6pPr>
            <a:lvl7pPr algn="r">
              <a:defRPr sz="2400" b="1">
                <a:solidFill>
                  <a:srgbClr val="48685C"/>
                </a:solidFill>
              </a:defRPr>
            </a:lvl7pPr>
            <a:lvl8pPr algn="r">
              <a:defRPr sz="2400" b="1">
                <a:solidFill>
                  <a:srgbClr val="48685C"/>
                </a:solidFill>
              </a:defRPr>
            </a:lvl8pPr>
            <a:lvl9pPr algn="r">
              <a:defRPr sz="2400" b="1">
                <a:solidFill>
                  <a:srgbClr val="48685C"/>
                </a:solidFill>
              </a:defRPr>
            </a:lvl9pPr>
          </a:lstStyle>
          <a:p>
            <a:pPr algn="r">
              <a:defRPr sz="2400" b="1">
                <a:solidFill>
                  <a:srgbClr val="48685C"/>
                </a:solidFill>
              </a:defRPr>
            </a:pPr>
            <a:r>
              <a:rPr sz="2400" b="1">
                <a:solidFill>
                  <a:srgbClr val="48685C"/>
                </a:solidFill>
              </a:rPr>
              <a:t>Built for the</a:t>
            </a:r>
          </a:p>
          <a:p>
            <a:pPr algn="r">
              <a:defRPr sz="2400" b="1">
                <a:solidFill>
                  <a:srgbClr val="48685C"/>
                </a:solidFill>
              </a:defRPr>
            </a:pPr>
            <a:r>
              <a:rPr sz="2400" b="1">
                <a:solidFill>
                  <a:srgbClr val="48685C"/>
                </a:solidFill>
              </a:rPr>
              <a:t>Orbyte ecosystem</a:t>
            </a:r>
          </a:p>
        </p:txBody>
      </p:sp>
      <p:sp>
        <p:nvSpPr>
          <p:cNvPr id="8" name="矩形 7">
            <a:extLst>
              <a:ext uri="{FF2B5EF4-FFF2-40B4-BE49-F238E27FC236}">
                <a16:creationId xmlns:a16="http://schemas.microsoft.com/office/drawing/2014/main" id="{7C68930F-A53F-46AE-8866-4DE04D05637C}"/>
              </a:ext>
            </a:extLst>
          </p:cNvPr>
          <p:cNvSpPr>
            <a:spLocks noGrp="1"/>
          </p:cNvSpPr>
          <p:nvPr/>
        </p:nvSpPr>
        <p:spPr>
          <a:xfrm>
            <a:off x="8572500" y="3190875"/>
            <a:ext cx="2667000" cy="19050"/>
          </a:xfrm>
          <a:prstGeom prst="rect">
            <a:avLst/>
          </a:prstGeom>
          <a:solidFill>
            <a:srgbClr val="C9694A"/>
          </a:solidFill>
          <a:ln w="0">
            <a:noFill/>
            <a:prstDash val="solid"/>
          </a:ln>
        </p:spPr>
      </p:sp>
      <p:sp>
        <p:nvSpPr>
          <p:cNvPr id="9" name="矩形 8">
            <a:extLst>
              <a:ext uri="{FF2B5EF4-FFF2-40B4-BE49-F238E27FC236}">
                <a16:creationId xmlns:a16="http://schemas.microsoft.com/office/drawing/2014/main" id="{F67424AA-04CF-4B75-8357-B2FB97B1D0BE}"/>
              </a:ext>
            </a:extLst>
          </p:cNvPr>
          <p:cNvSpPr>
            <a:spLocks noGrp="1"/>
          </p:cNvSpPr>
          <p:nvPr/>
        </p:nvSpPr>
        <p:spPr>
          <a:xfrm>
            <a:off x="7000875" y="3390900"/>
            <a:ext cx="4238625" cy="342900"/>
          </a:xfrm>
          <a:prstGeom prst="rect">
            <a:avLst/>
          </a:prstGeom>
          <a:noFill/>
          <a:ln w="0">
            <a:noFill/>
            <a:prstDash val="solid"/>
          </a:ln>
        </p:spPr>
        <p:txBody>
          <a:bodyPr anchor="ctr"/>
          <a:lstStyle>
            <a:defPPr algn="r">
              <a:defRPr sz="1275" b="0">
                <a:solidFill>
                  <a:srgbClr val="66716B"/>
                </a:solidFill>
              </a:defRPr>
            </a:defPPr>
            <a:lvl1pPr algn="r">
              <a:defRPr sz="1275" b="0">
                <a:solidFill>
                  <a:srgbClr val="66716B"/>
                </a:solidFill>
              </a:defRPr>
            </a:lvl1pPr>
            <a:lvl2pPr algn="r">
              <a:defRPr sz="1275" b="0">
                <a:solidFill>
                  <a:srgbClr val="66716B"/>
                </a:solidFill>
              </a:defRPr>
            </a:lvl2pPr>
            <a:lvl3pPr algn="r">
              <a:defRPr sz="1275" b="0">
                <a:solidFill>
                  <a:srgbClr val="66716B"/>
                </a:solidFill>
              </a:defRPr>
            </a:lvl3pPr>
            <a:lvl4pPr algn="r">
              <a:defRPr sz="1275" b="0">
                <a:solidFill>
                  <a:srgbClr val="66716B"/>
                </a:solidFill>
              </a:defRPr>
            </a:lvl4pPr>
            <a:lvl5pPr algn="r">
              <a:defRPr sz="1275" b="0">
                <a:solidFill>
                  <a:srgbClr val="66716B"/>
                </a:solidFill>
              </a:defRPr>
            </a:lvl5pPr>
            <a:lvl6pPr algn="r">
              <a:defRPr sz="1275" b="0">
                <a:solidFill>
                  <a:srgbClr val="66716B"/>
                </a:solidFill>
              </a:defRPr>
            </a:lvl6pPr>
            <a:lvl7pPr algn="r">
              <a:defRPr sz="1275" b="0">
                <a:solidFill>
                  <a:srgbClr val="66716B"/>
                </a:solidFill>
              </a:defRPr>
            </a:lvl7pPr>
            <a:lvl8pPr algn="r">
              <a:defRPr sz="1275" b="0">
                <a:solidFill>
                  <a:srgbClr val="66716B"/>
                </a:solidFill>
              </a:defRPr>
            </a:lvl8pPr>
            <a:lvl9pPr algn="r">
              <a:defRPr sz="1275" b="0">
                <a:solidFill>
                  <a:srgbClr val="66716B"/>
                </a:solidFill>
              </a:defRPr>
            </a:lvl9pPr>
          </a:lstStyle>
          <a:p>
            <a:pPr algn="r">
              <a:defRPr sz="1275" b="0">
                <a:solidFill>
                  <a:srgbClr val="66716B"/>
                </a:solidFill>
              </a:defRPr>
            </a:pPr>
            <a:r>
              <a:rPr sz="1275" b="0">
                <a:solidFill>
                  <a:srgbClr val="66716B"/>
                </a:solidFill>
              </a:rPr>
              <a:t>Trigger  →  Data  →  Decision  →  Approval  →  Outcome</a:t>
            </a:r>
          </a:p>
        </p:txBody>
      </p:sp>
      <p:sp>
        <p:nvSpPr>
          <p:cNvPr id="10" name="矩形 9">
            <a:extLst>
              <a:ext uri="{FF2B5EF4-FFF2-40B4-BE49-F238E27FC236}">
                <a16:creationId xmlns:a16="http://schemas.microsoft.com/office/drawing/2014/main" id="{6624542E-7060-41C6-8500-5771EF669932}"/>
              </a:ext>
            </a:extLst>
          </p:cNvPr>
          <p:cNvSpPr>
            <a:spLocks noGrp="1"/>
          </p:cNvSpPr>
          <p:nvPr/>
        </p:nvSpPr>
        <p:spPr>
          <a:xfrm>
            <a:off x="990600" y="5962650"/>
            <a:ext cx="8890000" cy="228600"/>
          </a:xfrm>
          <a:prstGeom prst="rect">
            <a:avLst/>
          </a:prstGeom>
          <a:noFill/>
          <a:ln w="0">
            <a:noFill/>
            <a:prstDash val="solid"/>
          </a:ln>
        </p:spPr>
        <p:txBody>
          <a:bodyPr anchor="ctr"/>
          <a:lstStyle>
            <a:defPPr algn="l">
              <a:defRPr sz="1125" b="0">
                <a:solidFill>
                  <a:srgbClr val="66716B"/>
                </a:solidFill>
              </a:defRPr>
            </a:defPPr>
            <a:lvl1pPr algn="l">
              <a:defRPr sz="1125" b="0">
                <a:solidFill>
                  <a:srgbClr val="66716B"/>
                </a:solidFill>
              </a:defRPr>
            </a:lvl1pPr>
            <a:lvl2pPr algn="l">
              <a:defRPr sz="1125" b="0">
                <a:solidFill>
                  <a:srgbClr val="66716B"/>
                </a:solidFill>
              </a:defRPr>
            </a:lvl2pPr>
            <a:lvl3pPr algn="l">
              <a:defRPr sz="1125" b="0">
                <a:solidFill>
                  <a:srgbClr val="66716B"/>
                </a:solidFill>
              </a:defRPr>
            </a:lvl3pPr>
            <a:lvl4pPr algn="l">
              <a:defRPr sz="1125" b="0">
                <a:solidFill>
                  <a:srgbClr val="66716B"/>
                </a:solidFill>
              </a:defRPr>
            </a:lvl4pPr>
            <a:lvl5pPr algn="l">
              <a:defRPr sz="1125" b="0">
                <a:solidFill>
                  <a:srgbClr val="66716B"/>
                </a:solidFill>
              </a:defRPr>
            </a:lvl5pPr>
            <a:lvl6pPr algn="l">
              <a:defRPr sz="1125" b="0">
                <a:solidFill>
                  <a:srgbClr val="66716B"/>
                </a:solidFill>
              </a:defRPr>
            </a:lvl6pPr>
            <a:lvl7pPr algn="l">
              <a:defRPr sz="1125" b="0">
                <a:solidFill>
                  <a:srgbClr val="66716B"/>
                </a:solidFill>
              </a:defRPr>
            </a:lvl7pPr>
            <a:lvl8pPr algn="l">
              <a:defRPr sz="1125" b="0">
                <a:solidFill>
                  <a:srgbClr val="66716B"/>
                </a:solidFill>
              </a:defRPr>
            </a:lvl8pPr>
            <a:lvl9pPr algn="l">
              <a:defRPr sz="1125" b="0">
                <a:solidFill>
                  <a:srgbClr val="66716B"/>
                </a:solidFill>
              </a:defRPr>
            </a:lvl9pPr>
          </a:lstStyle>
          <a:p>
            <a:pPr algn="l">
              <a:defRPr sz="1125" b="0">
                <a:solidFill>
                  <a:srgbClr val="66716B"/>
                </a:solidFill>
              </a:defRPr>
            </a:pPr>
            <a:r>
              <a:rPr sz="1125" b="0">
                <a:solidFill>
                  <a:srgbClr val="66716B"/>
                </a:solidFill>
              </a:rPr>
              <a:t>cafe-replenishment-demo.com/demo   ·   github.com/wanblairr/code-first</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1768</Words>
  <Application>Microsoft Office PowerPoint</Application>
  <DocSecurity>0</DocSecurity>
  <PresentationFormat>宽屏</PresentationFormat>
  <Paragraphs>237</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Aptos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1799084592@qq.com</cp:lastModifiedBy>
  <cp:revision>4</cp:revision>
  <dcterms:created xsi:type="dcterms:W3CDTF">2026-10-24T06:12:54Z</dcterms:created>
  <dcterms:modified xsi:type="dcterms:W3CDTF">2026-10-24T13:35:08Z</dcterms:modified>
</cp:coreProperties>
</file>